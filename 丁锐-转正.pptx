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59" r:id="rId5"/>
  </p:sldMasterIdLst>
  <p:notesMasterIdLst>
    <p:notesMasterId r:id="rId6"/>
  </p:notesMasterIdLst>
  <p:sldIdLst>
    <p:sldId id="261" r:id="rId7"/>
    <p:sldId id="263" r:id="rId8"/>
    <p:sldId id="269" r:id="rId9"/>
    <p:sldId id="275" r:id="rId10"/>
    <p:sldId id="270" r:id="rId11"/>
    <p:sldId id="274" r:id="rId12"/>
    <p:sldId id="276" r:id="rId13"/>
    <p:sldId id="273" r:id="rId14"/>
    <p:sldId id="272" r:id="rId15"/>
    <p:sldId id="271" r:id="rId16"/>
    <p:sldId id="262" r:id="rId17"/>
  </p:sldIdLst>
  <p:sldSz cx="9144000" cy="51435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4259545" val="1228" rev64="64" revOS="1"/>
      <pr:smFileRevision xmlns:pr="smNativeData" xmlns="smNativeData" dt="1774259545" val="101"/>
      <pr:guideOptions xmlns:pr="smNativeData" xmlns="smNativeData" dt="1774259545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111" d="100"/>
          <a:sy n="111" d="100"/>
        </p:scale>
        <p:origin x="284" y="230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napToGrid="0">
      <p:cViewPr>
        <p:scale>
          <a:sx n="111" d="100"/>
          <a:sy n="111" d="100"/>
        </p:scale>
        <p:origin x="284" y="230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ChangeArrowheads="1"/>
            <a:extLst>
              <a:ext uri="smNativeData">
                <pr:smNativeData xmlns:pr="smNativeData" xmlns="smNativeData" val="SMDATA_15_WQ3BaRMAAAAlAAAACwAAAC0AAAAAWAIAADgEAADZJwAAUBk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FZhZG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ZJwAAUBkAABAAAAAmAAAACAAAAAEPAAD/Hw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635" cy="3429000"/>
          </a:xfrm>
          <a:custGeom>
            <a:avLst/>
            <a:gdLst/>
            <a:ahLst/>
            <a:cxnLst/>
            <a:rect l="0" t="0" r="6096635" b="3429000"/>
            <a:pathLst>
              <a:path w="6096635" h="3429000" fill="none" extrusionOk="0">
                <a:moveTo>
                  <a:pt x="0" y="0"/>
                </a:moveTo>
                <a:lnTo>
                  <a:pt x="6096635" y="0"/>
                </a:lnTo>
                <a:lnTo>
                  <a:pt x="6096635" y="3429000"/>
                </a:lnTo>
                <a:lnTo>
                  <a:pt x="0" y="3429000"/>
                </a:lnTo>
                <a:close/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Google Shape;4;n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G5ON0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2/AAD/Hw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●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○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■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●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○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■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●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○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1" charset="0"/>
              <a:buChar char="■"/>
              <a:defRPr sz="11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1" charset="0"/>
        <a:ea typeface="Arial" pitchFamily="1" charset="0"/>
        <a:cs typeface="Arial" pitchFamily="1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themeOverride" Target="../theme/themeOverride2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:notes"/>
          <p:cNvSpPr>
            <a:spLocks noGrp="1" noChangeArrowheads="1"/>
            <a:extLst>
              <a:ext uri="smNativeData">
                <pr:smNativeData xmlns:pr="smNativeData" xmlns="smNativeData" val="SMDATA_15_WQ3BaRMAAAAlAAAACwAAAC0AAAAAWAIAADgEAADYJwAAUBk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Fb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D/Hw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Google Shape;52;p1:notes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D/Hw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:notes"/>
          <p:cNvSpPr>
            <a:spLocks noGrp="1" noChangeArrowheads="1"/>
            <a:extLst>
              <a:ext uri="smNativeData">
                <pr:smNativeData xmlns:pr="smNativeData" xmlns="smNativeData" val="SMDATA_15_WQ3BaRMAAAAlAAAACwAAAC0AAAAAWAIAADgEAADYJwAAUBk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g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D/Hw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Google Shape;52;p1:notes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ko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D/Hw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JUEAABVNgAANREAABAAAAAmAAAACAAAAL2wAAD/HwAA"/>
              </a:ext>
            </a:extLst>
          </p:cNvSpPr>
          <p:nvPr>
            <p:ph type="ctrTitle"/>
          </p:nvPr>
        </p:nvSpPr>
        <p:spPr>
          <a:xfrm>
            <a:off x="311785" y="744855"/>
            <a:ext cx="8520430" cy="2052320"/>
          </a:xfrm>
          <a:noFill/>
          <a:ln>
            <a:noFill/>
          </a:ln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 cap="none"/>
            </a:lvl9pPr>
          </a:lstStyle>
          <a:p>
            <a:pPr/>
          </a:p>
        </p:txBody>
      </p:sp>
      <p:sp>
        <p:nvSpPr>
          <p:cNvPr id="3" name="Google Shape;11;p2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G8RAABVNgAATxYAABAAAAAmAAAACAAAAD2wAAD/HwAA"/>
              </a:ext>
            </a:extLst>
          </p:cNvSpPr>
          <p:nvPr>
            <p:ph type="subTitle" idx="1"/>
          </p:nvPr>
        </p:nvSpPr>
        <p:spPr>
          <a:xfrm>
            <a:off x="311785" y="2834005"/>
            <a:ext cx="8520430" cy="792480"/>
          </a:xfr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9pPr>
          </a:lstStyle>
          <a:p>
            <a:pPr/>
          </a:p>
        </p:txBody>
      </p:sp>
      <p:sp>
        <p:nvSpPr>
          <p:cNvPr id="4" name="Google Shape;12;p2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571B8FA-B4E8-244E-A6C9-421BF6875017}" type="slidenum">
              <a:rPr lang="zh-cn" cap="none"/>
              <a:t/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5;p3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DywAAD/HwAA"/>
              </a:ext>
            </a:extLst>
          </p:cNvSpPr>
          <p:nvPr>
            <p:ph idx="1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marL="9144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2pPr>
            <a:lvl3pPr marL="13716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</a:lvl3pPr>
            <a:lvl4pPr marL="18288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lvl4pPr>
            <a:lvl5pPr marL="22860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5pPr>
            <a:lvl6pPr marL="27432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</a:lvl6pPr>
            <a:lvl7pPr marL="32004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lvl7pPr>
            <a:lvl8pPr marL="36576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8pPr>
            <a:lvl9pPr marL="4114800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</a:lvl9pPr>
          </a:lstStyle>
          <a:p>
            <a:pPr/>
          </a:p>
        </p:txBody>
      </p:sp>
      <p:sp>
        <p:nvSpPr>
          <p:cNvPr id="4" name="Google Shape;16;p3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6482AA0A-4489-D75C-C73A-B209E47431E7}" type="slidenum">
              <a:rPr lang="zh-cn" cap="none"/>
              <a:t/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;p4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DsNAABVNgAAaRIAABAAAAAmAAAACAAAAL2wAAD/HwAA"/>
              </a:ext>
            </a:extLst>
          </p:cNvSpPr>
          <p:nvPr>
            <p:ph type="title"/>
          </p:nvPr>
        </p:nvSpPr>
        <p:spPr>
          <a:xfrm>
            <a:off x="311785" y="2150745"/>
            <a:ext cx="8520430" cy="842010"/>
          </a:xfr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cap="none"/>
            </a:lvl9pPr>
          </a:lstStyle>
          <a:p>
            <a:pPr/>
          </a:p>
        </p:txBody>
      </p:sp>
      <p:sp>
        <p:nvSpPr>
          <p:cNvPr id="3" name="Google Shape;19;p4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B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457EE37E-30A8-2B15-E6C6-C640AD881093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2;p5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CGGgAAGxwAABAAAAAmAAAACAAAAD2wAAD/HwAA"/>
              </a:ext>
            </a:extLst>
          </p:cNvSpPr>
          <p:nvPr>
            <p:ph idx="1"/>
          </p:nvPr>
        </p:nvSpPr>
        <p:spPr>
          <a:xfrm>
            <a:off x="311785" y="1152525"/>
            <a:ext cx="3999865" cy="3416300"/>
          </a:xfr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cap="none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 cap="none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 cap="none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 cap="none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 cap="none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 cap="none"/>
            </a:lvl9pPr>
          </a:lstStyle>
          <a:p>
            <a:pPr/>
          </a:p>
        </p:txBody>
      </p:sp>
      <p:sp>
        <p:nvSpPr>
          <p:cNvPr id="4" name="Google Shape;23;p5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h0AABcHAABVNgAAGxwAABAAAAAmAAAACAAAAD2wAAD/HwAA"/>
              </a:ext>
            </a:extLst>
          </p:cNvSpPr>
          <p:nvPr>
            <p:ph idx="2"/>
          </p:nvPr>
        </p:nvSpPr>
        <p:spPr>
          <a:xfrm>
            <a:off x="4832350" y="1152525"/>
            <a:ext cx="3999865" cy="3416300"/>
          </a:xfr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cap="none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 cap="none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 cap="none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 cap="none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 cap="none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 cap="none"/>
            </a:lvl9pPr>
          </a:lstStyle>
          <a:p>
            <a:pPr/>
          </a:p>
        </p:txBody>
      </p:sp>
      <p:sp>
        <p:nvSpPr>
          <p:cNvPr id="5" name="Google Shape;24;p5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I5NT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A04610F-41E7-5197-A9BC-B7C22FF25FE2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6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FBQU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DywAAD/HwAA"/>
              </a:ext>
            </a:extLst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7;p6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8AMI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5832AD4E-00B5-675B-FB8A-F60EE3C40DA3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;p7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GsDAAAxEwAAEQgAABAAAAAmAAAACAAAAL2wAAD/HwAA"/>
              </a:ext>
            </a:extLst>
          </p:cNvSpPr>
          <p:nvPr>
            <p:ph type="title"/>
          </p:nvPr>
        </p:nvSpPr>
        <p:spPr>
          <a:xfrm>
            <a:off x="311785" y="555625"/>
            <a:ext cx="2807970" cy="755650"/>
          </a:xfrm>
          <a:noFill/>
          <a:ln>
            <a:noFill/>
          </a:ln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/>
            </a:lvl9pPr>
          </a:lstStyle>
          <a:p>
            <a:pPr/>
          </a:p>
        </p:txBody>
      </p:sp>
      <p:sp>
        <p:nvSpPr>
          <p:cNvPr id="3" name="Google Shape;30;p7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IwIAAAxEwAAGxwAABAAAAAmAAAACAAAAD2wAAD/HwAA"/>
              </a:ext>
            </a:extLst>
          </p:cNvSpPr>
          <p:nvPr>
            <p:ph idx="1"/>
          </p:nvPr>
        </p:nvSpPr>
        <p:spPr>
          <a:xfrm>
            <a:off x="311785" y="1389380"/>
            <a:ext cx="2807970" cy="3179445"/>
          </a:xfr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cap="none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 cap="none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 cap="none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 cap="none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 cap="none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 cap="none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 cap="none"/>
            </a:lvl9pPr>
          </a:lstStyle>
          <a:p>
            <a:pPr/>
          </a:p>
        </p:txBody>
      </p:sp>
      <p:sp>
        <p:nvSpPr>
          <p:cNvPr id="4" name="Google Shape;31;p7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Rob3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5F9BC67A-34B2-CE30-FC23-C265886D0A97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UxMj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AMAAMUCAAAwKgAA7xsAABAAAAAmAAAACAAAAL2wAAD/HwAA"/>
              </a:ext>
            </a:extLst>
          </p:cNvSpPr>
          <p:nvPr>
            <p:ph type="title"/>
          </p:nvPr>
        </p:nvSpPr>
        <p:spPr>
          <a:xfrm>
            <a:off x="490220" y="450215"/>
            <a:ext cx="6367780" cy="4090670"/>
          </a:xfr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cap="none"/>
            </a:lvl9pPr>
          </a:lstStyle>
          <a:p>
            <a:pPr/>
          </a:p>
        </p:txBody>
      </p:sp>
      <p:sp>
        <p:nvSpPr>
          <p:cNvPr id="3" name="Google Shape;34;p8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A4MT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DABFA41-0FD0-FE0C-9E13-F959B45D68AC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9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BDb2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AAAAAEAAAAAAAAAAAAAAAAAAAAAAAAAAAAAAAAAAAAAAAAAAAAAAAJ/f38AAAAAA8zMzADAwP8Af39/AAAAAAAAAAAAAAAAAAAAAAAAAAAAIQAAABgAAAAUAAAAIBwAAAAAAABAOAAApB8AABAAAAAmAAAACAAAAP//////////"/>
              </a:ext>
            </a:extLst>
          </p:cNvSpPr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37;p9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N1bW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gEAAJYHAACFGgAAtBAAABAAAAAmAAAACAAAAL2wAAD/HwAA"/>
              </a:ext>
            </a:extLst>
          </p:cNvSpPr>
          <p:nvPr>
            <p:ph type="title"/>
          </p:nvPr>
        </p:nvSpPr>
        <p:spPr>
          <a:xfrm>
            <a:off x="265430" y="1233170"/>
            <a:ext cx="4045585" cy="1482090"/>
          </a:xfrm>
          <a:noFill/>
          <a:ln>
            <a:noFill/>
          </a:ln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cap="none"/>
            </a:lvl9pPr>
          </a:lstStyle>
          <a:p>
            <a:pPr/>
          </a:p>
        </p:txBody>
      </p:sp>
      <p:sp>
        <p:nvSpPr>
          <p:cNvPr id="4" name="Google Shape;38;p9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8AMI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gEAAD4RAACFGgAA1xgAABAAAAAmAAAACAAAAD2wAAD/HwAA"/>
              </a:ext>
            </a:extLst>
          </p:cNvSpPr>
          <p:nvPr>
            <p:ph type="subTitle" idx="1"/>
          </p:nvPr>
        </p:nvSpPr>
        <p:spPr>
          <a:xfrm>
            <a:off x="265430" y="2802890"/>
            <a:ext cx="4045585" cy="1235075"/>
          </a:xfr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cap="none"/>
            </a:lvl9pPr>
          </a:lstStyle>
          <a:p>
            <a:pPr/>
          </a:p>
        </p:txBody>
      </p:sp>
      <p:sp>
        <p:nvSpPr>
          <p:cNvPr id="5" name="Google Shape;39;p9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J5Nj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x4AAHQEAAD9NQAALxsAABAAAAAmAAAACAAAAL2wAAD/HwAA"/>
              </a:ext>
            </a:extLst>
          </p:cNvSpPr>
          <p:nvPr>
            <p:ph idx="2"/>
          </p:nvPr>
        </p:nvSpPr>
        <p:spPr>
          <a:xfrm>
            <a:off x="4939665" y="723900"/>
            <a:ext cx="3836670" cy="3695065"/>
          </a:xfr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marL="9144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2pPr>
            <a:lvl3pPr marL="13716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</a:lvl3pPr>
            <a:lvl4pPr marL="18288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lvl4pPr>
            <a:lvl5pPr marL="22860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5pPr>
            <a:lvl6pPr marL="27432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</a:lvl6pPr>
            <a:lvl7pPr marL="32004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lvl7pPr>
            <a:lvl8pPr marL="365760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8pPr>
            <a:lvl9pPr marL="4114800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</a:lvl9pPr>
          </a:lstStyle>
          <a:p>
            <a:pPr/>
          </a:p>
        </p:txBody>
      </p:sp>
      <p:sp>
        <p:nvSpPr>
          <p:cNvPr id="6" name="Google Shape;40;p9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69442DD0-9E84-11DB-CAFC-688E63B23C3D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10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AYaAADSJgAAvx0AABAAAAAmAAAACAAAAL2wAAD/HwAA"/>
              </a:ext>
            </a:extLst>
          </p:cNvSpPr>
          <p:nvPr>
            <p:ph idx="1"/>
          </p:nvPr>
        </p:nvSpPr>
        <p:spPr>
          <a:xfrm>
            <a:off x="311785" y="4230370"/>
            <a:ext cx="5998845" cy="605155"/>
          </a:xfr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</a:lstStyle>
          <a:p>
            <a:pPr/>
          </a:p>
        </p:txBody>
      </p:sp>
      <p:sp>
        <p:nvSpPr>
          <p:cNvPr id="3" name="Google Shape;43;p10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ZsOX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272851B2-FCCA-7DA7-8490-0AF21FDE725F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NU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M4GAABVNgAA4hIAABAAAAAmAAAACAAAAL2wAAD/HwAA"/>
              </a:ext>
            </a:extLst>
          </p:cNvSpPr>
          <p:nvPr>
            <p:ph type="title"/>
          </p:nvPr>
        </p:nvSpPr>
        <p:spPr>
          <a:xfrm>
            <a:off x="311785" y="1106170"/>
            <a:ext cx="8520430" cy="1963420"/>
          </a:xfrm>
          <a:noFill/>
          <a:ln>
            <a:noFill/>
          </a:ln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cap="none"/>
            </a:lvl9pPr>
          </a:lstStyle>
          <a:p>
            <a:pPr/>
            <a:r>
              <a:t>xx%</a:t>
            </a:r>
          </a:p>
        </p:txBody>
      </p:sp>
      <p:sp>
        <p:nvSpPr>
          <p:cNvPr id="3" name="Google Shape;46;p1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FHU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GQTAABVNgAAZRsAABAAAAAmAAAACAAAAD2wAAD/HwAA"/>
              </a:ext>
            </a:extLst>
          </p:cNvSpPr>
          <p:nvPr>
            <p:ph idx="1"/>
          </p:nvPr>
        </p:nvSpPr>
        <p:spPr>
          <a:xfrm>
            <a:off x="311785" y="3152140"/>
            <a:ext cx="8520430" cy="1301115"/>
          </a:xfr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marL="9144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2pPr>
            <a:lvl3pPr marL="13716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</a:lvl3pPr>
            <a:lvl4pPr marL="18288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lvl4pPr>
            <a:lvl5pPr marL="22860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5pPr>
            <a:lvl6pPr marL="27432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</a:lvl6pPr>
            <a:lvl7pPr marL="32004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lvl7pPr>
            <a:lvl8pPr marL="3657600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lvl8pPr>
            <a:lvl9pPr marL="4114800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</a:lvl9pPr>
          </a:lstStyle>
          <a:p>
            <a:pPr/>
          </a:p>
        </p:txBody>
      </p:sp>
      <p:sp>
        <p:nvSpPr>
          <p:cNvPr id="4" name="Google Shape;47;p1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7A715C40-0E97-24AA-D9C9-F8FF12872FAD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D/HwAA"/>
              </a:ext>
            </a:extLst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1D02DA9D-D3F0-572C-BEBA-257994F44870}" type="slidenum">
              <a:rPr lang="zh-cn" cap="none"/>
              <a:t>‹#›</a:t>
            </a:fld>
            <a:endParaRPr lang="zh-cn" cap="none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IsAD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5435E002-4CB9-6016-F78D-BA43AEC301EF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AE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E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1810254A-04F5-45D3-BBA8-F2866BE64DA7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48896213-5DA5-DC94-EB31-ABC12C7F1DFE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3B4B20E4-AAD6-1ED6-98F3-5C836EBD6E09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dyb3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OEB6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71D5E0C2-8C9C-8016-D26D-7A43AE23242F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垂直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I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643EB590-DE89-6B43-C786-2816FBC8317D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CC2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4C68E935-7BA1-3D1F-EFD0-8D4AA79E19D8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AE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E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2A30FDA3-EDC7-650B-8988-1B5EB3C67F4E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6EB6CFFA-B483-E339-CD0E-426C81403B17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732570B6-F89E-7086-D09D-0ED33ED3265B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4F8271AC-E2A2-D787-EC3A-14D23F741A41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垂直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I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0858F06F-21E5-0D06-ABE0-D753BEAE5D82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0538E06F-21E8-6D16-A680-D743AECE5082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AE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JwR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E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Qi9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573EB05C-12BA-6B46-F486-E413FEC802B1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53DCA27A-34BE-8954-F064-C201EC2A0697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102A4DAF-E1FD-7FBB-B392-17EE03DC4542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756FB467-2998-3A42-D6D7-DF17FA99208A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垂直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I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sQJG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265F1C27-69CB-0AEA-85E7-9FBF52A973CA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23E84FB7-F9CE-BDB9-8050-0FEC011E765A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AE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E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6DFAA45D-1380-AF52-CE42-E507EA0C38B0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3740BCBE-F0DA-154A-94F8-061FF2B66253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28C0383C-72C5-95CE-8B78-849B76367DD1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6CB593FC-B281-E065-CF0D-4430DD433911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垂直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I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57EFEEB8-F6BA-BA18-F457-004DA0190255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4A673336-78A7-32C5-E9DF-8E907D911FDB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AE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BABA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E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BABA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6C80B3A1-EF81-D545-CF38-1910FD76394C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Zmv6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00F5C0AB-E5ED-A036-A34D-13638E035546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5AF7A1CD-83B7-A257-F94F-7502EF010F20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0BA6A591-DFE6-F353-A81E-2906EB505E7C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垂直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I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73047294-DA9E-5184-D0BC-2CD13CF22679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5BCB8A49-07B6-9E7C-F873-F129C43D0EA4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FUUAABCNAAAnhoAABAAAAAmAAAACAAAAAEAAAAAAAAA"/>
              </a:ext>
            </a:extLst>
          </p:cNvSpPr>
          <p:nvPr>
            <p:ph type="title"/>
          </p:nvPr>
        </p:nvSpPr>
        <p:spPr>
          <a:xfrm>
            <a:off x="722630" y="3305175"/>
            <a:ext cx="7772400" cy="1021715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Evl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GkNAABCNAAAVRQAABAAAAAmAAAACAAAAIEAAAAAAAAA"/>
              </a:ext>
            </a:extLst>
          </p:cNvSpPr>
          <p:nvPr>
            <p:ph idx="1"/>
          </p:nvPr>
        </p:nvSpPr>
        <p:spPr>
          <a:xfrm>
            <a:off x="722630" y="2179955"/>
            <a:ext cx="7772400" cy="11252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g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1493085F-11F9-C6FE-B72B-E7AB466541B2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h+UY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11D49957-19FC-816F-B26C-EF3AD72244BA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6F35DEF0-BE82-6028-CC8D-487D90C33A1D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E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+S+0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2D0779FC-B2C0-528F-8EBF-44DA37F17811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垂直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C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EQBAABwNQAARBwAABAAAAAmAAAACAAAAIMAAAAAAAAA"/>
              </a:ext>
            </a:extLst>
          </p:cNvSpPr>
          <p:nvPr>
            <p:ph type="title"/>
          </p:nvPr>
        </p:nvSpPr>
        <p:spPr>
          <a:xfrm>
            <a:off x="6629400" y="205740"/>
            <a:ext cx="2057400" cy="4389120"/>
          </a:xfrm>
        </p:spPr>
        <p:txBody>
          <a:bodyPr vert="vert" wrap="square" lIns="91440" tIns="91440" rIns="91440" bIns="91440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幻灯片文本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Q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EQBAADYJwAARBwAABAAAAAmAAAACAAAAAMAAAAAAAAA"/>
              </a:ext>
            </a:extLst>
          </p:cNvSpPr>
          <p:nvPr>
            <p:ph idx="1"/>
          </p:nvPr>
        </p:nvSpPr>
        <p:spPr>
          <a:xfrm>
            <a:off x="457200" y="205740"/>
            <a:ext cx="6019800" cy="4389120"/>
          </a:xfrm>
        </p:spPr>
        <p:txBody>
          <a:bodyPr vert="vert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幻灯片号码区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71B10B95-DB9C-E4FD-D209-2DA845472478}" type="slidenum">
              <a:t/>
            </a:fld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L0CAABVNgAAQwYAABAAAAAmAAAACAAAAL2/AAD/HwAA"/>
              </a:ext>
            </a:extLst>
          </p:cNvSpPr>
          <p:nvPr>
            <p:ph type="title"/>
          </p:nvPr>
        </p:nvSpPr>
        <p:spPr>
          <a:xfrm>
            <a:off x="311785" y="445135"/>
            <a:ext cx="8520430" cy="5727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3" name="Google Shape;7;p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wEAABcHAABVNgAAGxwAABAAAAAmAAAACAAAAL2/AAD/HwAA"/>
              </a:ext>
            </a:extLst>
          </p:cNvSpPr>
          <p:nvPr>
            <p:ph type="body" idx="1"/>
          </p:nvPr>
        </p:nvSpPr>
        <p:spPr>
          <a:xfrm>
            <a:off x="311785" y="1152525"/>
            <a:ext cx="8520430" cy="3416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itchFamily="1" charset="0"/>
              <a:buChar char="●"/>
              <a:defRPr sz="18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○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■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●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○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■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●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itchFamily="1" charset="0"/>
              <a:buChar char="○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95959"/>
              </a:buClr>
              <a:buSzPts val="1400"/>
              <a:buFont typeface="Arial" pitchFamily="1" charset="0"/>
              <a:buChar char="■"/>
              <a:defRPr sz="14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/>
          </a:p>
        </p:txBody>
      </p:sp>
      <p:sp>
        <p:nvSpPr>
          <p:cNvPr id="4" name="Google Shape;8;p1"/>
          <p:cNvSpPr>
            <a:spLocks noGrp="1" noChangeArrowheads="1"/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L2/AAD/HwAA"/>
              </a:ext>
            </a:extLst>
          </p:cNvSpPr>
          <p:nvPr>
            <p:ph type="sldNum" idx="4"/>
          </p:nvPr>
        </p:nvSpPr>
        <p:spPr>
          <a:xfrm>
            <a:off x="8472170" y="4663440"/>
            <a:ext cx="549275" cy="3930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595959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550579AA-E4B8-508F-F6BD-12DA37F30047}" type="slidenum">
              <a:rPr lang="zh-cn" cap="none"/>
              <a:t/>
            </a:fld>
            <a:endParaRPr lang="zh-cn" cap="none"/>
          </a:p>
        </p:txBody>
      </p:sp>
      <p:sp>
        <p:nvSpPr>
          <p:cNvPr id="5" name="文本框 3"/>
          <p:cNvSpPr>
            <a:extLst>
              <a:ext uri="smNativeData">
                <pr:smNativeData xmlns:pr="smNativeData" xmlns="smNativeData" val="SMDATA_15_WQ3B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WVlZA8zMzADAwP8Af39/AAAAAAAAAAAAAAAAAAAAAAAAAAAAIQAAABgAAAAUAAAAOhcAAGQAAAAzIQAAVAEAABAgAAAmAAAACAAAAP//////////"/>
              </a:ext>
            </a:extLst>
          </p:cNvSpPr>
          <p:nvPr/>
        </p:nvSpPr>
        <p:spPr>
          <a:xfrm>
            <a:off x="3775710" y="63500"/>
            <a:ext cx="162115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/>
            <a:r>
              <a:rPr lang="zh-cn" sz="1000" cap="none">
                <a:latin typeface="Calibri" pitchFamily="2" charset="0"/>
                <a:ea typeface="Arial" pitchFamily="1" charset="0"/>
                <a:cs typeface="Calibri" pitchFamily="2" charset="0"/>
              </a:rPr>
              <a:t>General - For Internal Use Only</a:t>
            </a:r>
            <a:endParaRPr lang="zh-cn" sz="1000"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  <p:sp>
        <p:nvSpPr>
          <p:cNvPr id="6" name="文本框 4"/>
          <p:cNvSpPr>
            <a:extLst>
              <a:ext uri="smNativeData">
                <pr:smNativeData xmlns:pr="smNativeData" xmlns="smNativeData" val="SMDATA_15_WQ3B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LA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WVlZA8zMzADAwP8Af39/AAAAAAAAAAAAAAAAAAAAAAAAAAAAIQAAABgAAAAUAAAAOhcAAFAeAAAzIQAAQB8AABAgAAAmAAAACAAAAP//////////"/>
              </a:ext>
            </a:extLst>
          </p:cNvSpPr>
          <p:nvPr/>
        </p:nvSpPr>
        <p:spPr>
          <a:xfrm>
            <a:off x="3775710" y="4927600"/>
            <a:ext cx="1621155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/>
            <a:r>
              <a:rPr lang="zh-cn" sz="1000" cap="none">
                <a:latin typeface="Calibri" pitchFamily="2" charset="0"/>
                <a:ea typeface="Arial" pitchFamily="1" charset="0"/>
                <a:cs typeface="Calibri" pitchFamily="2" charset="0"/>
              </a:rPr>
              <a:t>General - For Internal Use Only</a:t>
            </a:r>
            <a:endParaRPr lang="zh-cn" sz="1000" cap="none">
              <a:latin typeface="Calibri" pitchFamily="2" charset="0"/>
              <a:ea typeface="Arial" pitchFamily="1" charset="0"/>
              <a:cs typeface="Calibri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2" r:id="rId12"/>
    <p:sldLayoutId id="2147483663" r:id="rId13"/>
    <p:sldLayoutId id="2147483666" r:id="rId14"/>
    <p:sldLayoutId id="2147483667" r:id="rId15"/>
    <p:sldLayoutId id="2147483670" r:id="rId16"/>
    <p:sldLayoutId id="2147483671" r:id="rId17"/>
    <p:sldLayoutId id="2147483674" r:id="rId18"/>
    <p:sldLayoutId id="2147483675" r:id="rId19"/>
    <p:sldLayoutId id="2147483678" r:id="rId20"/>
    <p:sldLayoutId id="2147483679" r:id="rId21"/>
    <p:sldLayoutId id="2147483682" r:id="rId22"/>
    <p:sldLayoutId id="2147483683" r:id="rId23"/>
    <p:sldLayoutId id="2147483686" r:id="rId24"/>
    <p:sldLayoutId id="2147483687" r:id="rId25"/>
    <p:sldLayoutId id="2147483690" r:id="rId26"/>
    <p:sldLayoutId id="2147483691" r:id="rId27"/>
    <p:sldLayoutId id="2147483694" r:id="rId28"/>
    <p:sldLayoutId id="2147483695" r:id="rId29"/>
    <p:sldLayoutId id="2147483698" r:id="rId30"/>
    <p:sldLayoutId id="2147483699" r:id="rId31"/>
    <p:sldLayoutId id="2147483702" r:id="rId32"/>
    <p:sldLayoutId id="2147483703" r:id="rId33"/>
    <p:sldLayoutId id="2147483706" r:id="rId34"/>
    <p:sldLayoutId id="2147483707" r:id="rId35"/>
    <p:sldLayoutId id="2147483710" r:id="rId36"/>
    <p:sldLayoutId id="2147483711" r:id="rId37"/>
    <p:sldLayoutId id="2147483714" r:id="rId38"/>
    <p:sldLayoutId id="2147483715" r:id="rId39"/>
    <p:sldLayoutId id="2147483718" r:id="rId40"/>
    <p:sldLayoutId id="2147483719" r:id="rId41"/>
    <p:sldLayoutId id="2147483722" r:id="rId42"/>
    <p:sldLayoutId id="2147483723" r:id="rId43"/>
    <p:sldLayoutId id="2147483726" r:id="rId44"/>
    <p:sldLayoutId id="2147483727" r:id="rId45"/>
    <p:sldLayoutId id="2147483730" r:id="rId46"/>
    <p:sldLayoutId id="2147483731" r:id="rId47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3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4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blipFill>
          <a:blip r:embed="rId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whwAAOMFAABAOAAAcxIAAAAAAAAmAAAACAAAAP//////////"/>
              </a:ext>
            </a:extLst>
          </p:cNvSpPr>
          <p:nvPr/>
        </p:nvSpPr>
        <p:spPr>
          <a:xfrm>
            <a:off x="4674870" y="956945"/>
            <a:ext cx="4469130" cy="2042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1" cap="none">
                <a:solidFill>
                  <a:srgbClr val="28CD96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rPr>
              <a:t>工作回顾述职报告</a:t>
            </a:r>
            <a:endParaRPr lang="en-us" sz="3400" b="1" cap="none">
              <a:solidFill>
                <a:srgbClr val="28CD96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cap="none">
              <a:solidFill>
                <a:srgbClr val="28CD96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cap="none">
                <a:solidFill>
                  <a:srgbClr val="28CD96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rPr>
              <a:t>丁锐</a:t>
            </a:r>
            <a:endParaRPr lang="en-us" sz="2400" cap="none">
              <a:solidFill>
                <a:srgbClr val="28CD96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</p:txBody>
      </p:sp>
      <p:sp>
        <p:nvSpPr>
          <p:cNvPr id="3" name="Google Shape;56;p13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QEB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KxwAAOAaAAAvJAAAzRwAABAAAAAmAAAACAAAAP//////////"/>
              </a:ext>
            </a:extLst>
          </p:cNvSpPr>
          <p:nvPr/>
        </p:nvSpPr>
        <p:spPr>
          <a:xfrm>
            <a:off x="4578985" y="4368800"/>
            <a:ext cx="1303020" cy="313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cap="none" spc="2">
                <a:solidFill>
                  <a:srgbClr val="FFFFFF"/>
                </a:solidFill>
                <a:latin typeface="DINPro-Light" pitchFamily="0" charset="0"/>
                <a:ea typeface="Arial" pitchFamily="1" charset="0"/>
                <a:cs typeface="Arial" pitchFamily="1" charset="0"/>
              </a:rPr>
              <a:t>20</a:t>
            </a:r>
            <a:r>
              <a:rPr lang="en-us" sz="1100" cap="none" spc="2">
                <a:solidFill>
                  <a:srgbClr val="FFFFFF"/>
                </a:solidFill>
                <a:latin typeface="DINPro-Light" pitchFamily="0" charset="0"/>
                <a:ea typeface="Arial" pitchFamily="1" charset="0"/>
                <a:cs typeface="Arial" pitchFamily="1" charset="0"/>
              </a:rPr>
              <a:t>26</a:t>
            </a:r>
            <a:r>
              <a:rPr lang="zh-cn" sz="1100" cap="none" spc="2">
                <a:solidFill>
                  <a:srgbClr val="FFFFFF"/>
                </a:solidFill>
                <a:latin typeface="DINPro-Light" pitchFamily="0" charset="0"/>
                <a:ea typeface="Arial" pitchFamily="1" charset="0"/>
                <a:cs typeface="Arial" pitchFamily="1" charset="0"/>
              </a:rPr>
              <a:t>.</a:t>
            </a:r>
            <a:r>
              <a:rPr lang="en-us" sz="1100" cap="none" spc="2">
                <a:solidFill>
                  <a:srgbClr val="FFFFFF"/>
                </a:solidFill>
                <a:latin typeface="DINPro-Light" pitchFamily="0" charset="0"/>
                <a:ea typeface="Arial" pitchFamily="1" charset="0"/>
                <a:cs typeface="Arial" pitchFamily="1" charset="0"/>
              </a:rPr>
              <a:t>04</a:t>
            </a:r>
            <a:r>
              <a:rPr lang="zh-cn" sz="1100" cap="none" spc="2">
                <a:solidFill>
                  <a:srgbClr val="FFFFFF"/>
                </a:solidFill>
                <a:latin typeface="DINPro-Light" pitchFamily="0" charset="0"/>
                <a:ea typeface="Arial" pitchFamily="1" charset="0"/>
                <a:cs typeface="Arial" pitchFamily="1" charset="0"/>
              </a:rPr>
              <a:t>.</a:t>
            </a:r>
            <a:r>
              <a:rPr lang="en-us" sz="1100" cap="none" spc="2">
                <a:solidFill>
                  <a:srgbClr val="FFFFFF"/>
                </a:solidFill>
                <a:latin typeface="DINPro-Light" pitchFamily="0" charset="0"/>
                <a:ea typeface="Arial" pitchFamily="1" charset="0"/>
                <a:cs typeface="Arial" pitchFamily="1" charset="0"/>
              </a:rPr>
              <a:t>20</a:t>
            </a:r>
            <a:endParaRPr lang="en-us" sz="1100" cap="none" spc="2">
              <a:solidFill>
                <a:srgbClr val="FFFFFF"/>
              </a:solidFill>
              <a:latin typeface="DINPro-Light" pitchFamily="0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4" name="文本框 2"/>
          <p:cNvSpPr>
            <a:extLst>
              <a:ext uri="smNativeData">
                <pr:smNativeData xmlns:pr="smNativeData" xmlns="smNativeData" val="SMDATA_15_WQ3BaRMAAAAlAAAAZAAAAE0AAAAAkAAAAEgAAACQAAAAS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C3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B/f38AWVlZA8zMzADAwP8Af39/AAAAAAAAAAAAAAAAAAAAAAAAAAAAIQAAABgAAAAUAAAAKv3//3kDAABN/v//XgUAABAgAAAmAAAACAAAAP//////////"/>
              </a:ext>
            </a:extLst>
          </p:cNvSpPr>
          <p:nvPr/>
        </p:nvSpPr>
        <p:spPr>
          <a:xfrm>
            <a:off x="-461010" y="564515"/>
            <a:ext cx="184785" cy="307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/>
            <a:endParaRPr lang="zh-c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/>
          <p:cNvSpPr>
            <a:extLst>
              <a:ext uri="smNativeData">
                <pr:smNativeData xmlns:pr="smNativeData" xmlns="smNativeData" val="SMDATA_15_WQ3BaRMAAAAlAAAACwAAAA0AAAAAiQAAAEQAAACJAAAARAAAAAAAAAAAAAAAAAAAAAEAAABQAAAAAAAAAAAA4D8AAAAAAADgPwAAAAAAAOA/AAAAAAAA4D8AAAAAAADgPwAAAAAAAOA/AAAAAAAA4D8AAAAAAADgPwAAAAAAAOA/AAAAAAAA4D8CAAAAjAAAAAEAAAAAAAAAI6+R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6+RAP///wEAAAAAAAAAAAAAAAAAAAAAAAAAAAAAAAAAAAAAAAAAAAAAAAJ/f38AWVlZA8zMzADAwP8Af39/AAAAAAAAAAAAAAAAAAAAAAAAAAAAIQAAABgAAAAUAAAApwIAAIoEAAB2EwAA/RkAABAAAAAmAAAACAAAAP//////////"/>
              </a:ext>
            </a:extLst>
          </p:cNvSpPr>
          <p:nvPr/>
        </p:nvSpPr>
        <p:spPr>
          <a:xfrm rot="16200000">
            <a:off x="53975" y="1115060"/>
            <a:ext cx="3486785" cy="2732405"/>
          </a:xfrm>
          <a:custGeom>
            <a:avLst/>
            <a:gdLst/>
            <a:ahLst/>
            <a:cxnLst/>
            <a:rect l="0" t="0" r="3486785" b="2732405"/>
            <a:pathLst>
              <a:path w="3486785" h="2732405">
                <a:moveTo>
                  <a:pt x="0" y="0"/>
                </a:moveTo>
                <a:lnTo>
                  <a:pt x="3486785" y="0"/>
                </a:lnTo>
                <a:lnTo>
                  <a:pt x="1747593" y="2732405"/>
                </a:lnTo>
                <a:lnTo>
                  <a:pt x="0" y="0"/>
                </a:lnTo>
                <a:close/>
              </a:path>
            </a:pathLst>
          </a:custGeom>
          <a:solidFill>
            <a:srgbClr val="23AF91"/>
          </a:solidFill>
          <a:ln>
            <a:noFill/>
          </a:ln>
          <a:effectLst/>
        </p:spPr>
        <p:txBody>
          <a:bodyPr vert="horz" wrap="square" lIns="86995" tIns="43180" rIns="86995" bIns="43180" numCol="1" spcCol="215900" anchor="t"/>
          <a:lstStyle/>
          <a:p>
            <a:pPr/>
            <a:endParaRPr lang="zh-cn" sz="1895" cap="none"/>
          </a:p>
        </p:txBody>
      </p:sp>
      <p:sp>
        <p:nvSpPr>
          <p:cNvPr id="3" name="Freeform 15"/>
          <p:cNvSpPr>
            <a:extLst>
              <a:ext uri="smNativeData">
                <pr:smNativeData xmlns:pr="smNativeData" xmlns="smNativeData" val="SMDATA_15_WQ3BaRMAAAAlAAAACwAAAA0AAAAAiQAAAEQAAACJAAAARAAAAAAAAAAAAAAAAAAAAAEAAABQAAAAAAAAAAAA4D8AAAAAAADgPwAAAAAAAOA/AAAAAAAA4D8AAAAAAADgPwAAAAAAAOA/AAAAAAAA4D8AAAAAAADgPwAAAAAAAOA/AAAAAAAA4D8CAAAAjAAAAAEAAAAAAAAAsrKyAP///wgg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Qmk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rKyAP///wEAAAAAAAAAAAAAAAAAAAAAAAAAAAAAAAAAAAAAAAAAAAAAAAJ/f38AWVlZA8zMzADAwP8Af39/AAAAAAAAAAAAAAAAAAAAAAAAAAAAIQAAABgAAAAUAAAAxgMAADwOAABzFQAAuxsAABAAAAAmAAAACAAAAP//////////"/>
              </a:ext>
            </a:extLst>
          </p:cNvSpPr>
          <p:nvPr/>
        </p:nvSpPr>
        <p:spPr>
          <a:xfrm>
            <a:off x="613410" y="2313940"/>
            <a:ext cx="2873375" cy="2193925"/>
          </a:xfrm>
          <a:custGeom>
            <a:avLst/>
            <a:gdLst/>
            <a:ahLst/>
            <a:cxnLst/>
            <a:rect l="0" t="0" r="2873375" b="2193925"/>
            <a:pathLst>
              <a:path w="2873375" h="2193925">
                <a:moveTo>
                  <a:pt x="0" y="0"/>
                </a:moveTo>
                <a:lnTo>
                  <a:pt x="2873375" y="0"/>
                </a:lnTo>
                <a:lnTo>
                  <a:pt x="1440149" y="2193925"/>
                </a:lnTo>
                <a:lnTo>
                  <a:pt x="0" y="0"/>
                </a:lnTo>
                <a:close/>
              </a:path>
            </a:pathLst>
          </a:custGeom>
          <a:solidFill>
            <a:srgbClr val="B2B2B2">
              <a:alpha val="68000"/>
            </a:srgbClr>
          </a:solidFill>
          <a:ln>
            <a:noFill/>
          </a:ln>
          <a:effectLst/>
        </p:spPr>
        <p:txBody>
          <a:bodyPr vert="horz" wrap="square" lIns="86995" tIns="43180" rIns="86995" bIns="43180" numCol="1" spcCol="215900" anchor="t"/>
          <a:lstStyle/>
          <a:p>
            <a:pPr/>
            <a:endParaRPr lang="zh-cn" sz="1895" cap="none"/>
          </a:p>
        </p:txBody>
      </p:sp>
      <p:sp>
        <p:nvSpPr>
          <p:cNvPr id="4" name="MH_Entry_1"/>
          <p:cNvSpPr>
            <a:extLst>
              <a:ext uri="smNativeData">
                <pr:smNativeData xmlns:pr="smNativeData" xmlns="smNativeData" val="SMDATA_15_WQ3BaRMAAAAlAAAAZQAAAA0AAAAAAAAAAAAAAAAAAAAAAAAAAAAAAAABAAAAAAAAAAEAAABQAAAAyF7v/niv3j8AAAAAAAAAAAAAAAAAAOA/AAAAAAAA4D8AAAAAAADgPwAAAAAAAOA/AAAAAAAA4D8AAAAAAADgPwAAAAAAAOA/AAAAAAAA4D8CAAAAjAAAAAEAAAAAAAAAI6+R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QEB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6+RAP///wEAAAAAAAAAAAAAAAAAAAAAAAAAAAAAAAAAAAAAAAAAAAAAAAJ/f38AWVlZA8zMzADAwP8Af39/AAAAAAAAAAAAAAAAAAAAAAAAAAAAIQAAABgAAAAUAAAA8x4AANoFAACgMAAA0QgAABAAAAAmAAAACAAAAP//////////"/>
              </a:ext>
            </a:extLst>
          </p:cNvSpPr>
          <p:nvPr/>
        </p:nvSpPr>
        <p:spPr>
          <a:xfrm flipH="1">
            <a:off x="5031105" y="951230"/>
            <a:ext cx="2873375" cy="481965"/>
          </a:xfrm>
          <a:prstGeom prst="roundRect">
            <a:avLst>
              <a:gd name="adj" fmla="val 23973"/>
            </a:avLst>
          </a:prstGeom>
          <a:solidFill>
            <a:srgbClr val="23AF91"/>
          </a:solidFill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ctr"/>
            <a:r>
              <a:rPr lang="zh-cn" sz="2000" cap="none" spc="4">
                <a:solidFill>
                  <a:schemeClr val="bg1"/>
                </a:solidFill>
              </a:rPr>
              <a:t>个人介绍</a:t>
            </a:r>
            <a:endParaRPr lang="en-us" sz="2000" cap="none" spc="4">
              <a:solidFill>
                <a:schemeClr val="bg1"/>
              </a:solidFill>
            </a:endParaRPr>
          </a:p>
        </p:txBody>
      </p:sp>
      <p:sp>
        <p:nvSpPr>
          <p:cNvPr id="5" name="MH_Number_1"/>
          <p:cNvSpPr>
            <a:extLst>
              <a:ext uri="smNativeData">
                <pr:smNativeData xmlns:pr="smNativeData" xmlns="smNativeData" val="SMDATA_15_WQ3BaRMAAAAlAAAACwAAAA0AAAAAAAAAAEoAAAAbAQAASgAAAAAAAAABAAAAAAAAAAEAAABQAAAAAAAAAAAA4D8AAAAAAADgPwAAAAAAAOA/AAAAAAAA4D8AAAAAAADgPwAAAAAAAOA/AAAAAAAA4D8AAAAAAADgPwAAAAAAAOA/AAAAAAAA4D8CAAAAjAAAAAEAAAAAAAAAI6+R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zZGk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6+RAP///wEAAAAAAAAAAAAAAAAAAAAAAAAAAAAAAAAAAAAAAAAAAAAAAAJ/f38AWVlZA8zMzADAwP8Af39/AAAAAAAAAAAAAAAAAAAAAAAAAAAAIQAAABgAAAAUAAAArRkAAMUFAAC9HQAA4QgAABAAAAAmAAAACAAAAP//////////"/>
              </a:ext>
            </a:extLst>
          </p:cNvSpPr>
          <p:nvPr/>
        </p:nvSpPr>
        <p:spPr>
          <a:xfrm flipH="1">
            <a:off x="4173855" y="937895"/>
            <a:ext cx="660400" cy="505460"/>
          </a:xfrm>
          <a:custGeom>
            <a:avLst/>
            <a:gdLst/>
            <a:ahLst/>
            <a:cxnLst/>
            <a:rect l="0" t="0" r="660400" b="505460"/>
            <a:pathLst>
              <a:path w="660400" h="505460">
                <a:moveTo>
                  <a:pt x="198553" y="0"/>
                </a:moveTo>
                <a:lnTo>
                  <a:pt x="579800" y="0"/>
                </a:lnTo>
                <a:cubicBezTo>
                  <a:pt x="624314" y="0"/>
                  <a:pt x="660400" y="37718"/>
                  <a:pt x="660400" y="84245"/>
                </a:cubicBezTo>
                <a:lnTo>
                  <a:pt x="660400" y="421215"/>
                </a:lnTo>
                <a:cubicBezTo>
                  <a:pt x="660400" y="467742"/>
                  <a:pt x="624314" y="505460"/>
                  <a:pt x="579800" y="505460"/>
                </a:cubicBezTo>
                <a:lnTo>
                  <a:pt x="198553" y="505460"/>
                </a:lnTo>
                <a:cubicBezTo>
                  <a:pt x="154039" y="505460"/>
                  <a:pt x="117953" y="467742"/>
                  <a:pt x="117953" y="421215"/>
                </a:cubicBezTo>
                <a:lnTo>
                  <a:pt x="117953" y="349699"/>
                </a:lnTo>
                <a:lnTo>
                  <a:pt x="0" y="258314"/>
                </a:lnTo>
                <a:lnTo>
                  <a:pt x="117953" y="166928"/>
                </a:lnTo>
                <a:lnTo>
                  <a:pt x="117953" y="84245"/>
                </a:lnTo>
                <a:cubicBezTo>
                  <a:pt x="117953" y="37718"/>
                  <a:pt x="154039" y="0"/>
                  <a:pt x="198553" y="0"/>
                </a:cubicBezTo>
                <a:close/>
              </a:path>
            </a:pathLst>
          </a:custGeom>
          <a:solidFill>
            <a:srgbClr val="23AF91"/>
          </a:solidFill>
          <a:ln>
            <a:noFill/>
          </a:ln>
          <a:effectLst/>
        </p:spPr>
        <p:txBody>
          <a:bodyPr vert="horz" wrap="square" lIns="0" tIns="46990" rIns="179705" bIns="46990" numCol="1" spcCol="215900" anchor="ctr"/>
          <a:lstStyle/>
          <a:p>
            <a:pPr algn="ctr"/>
            <a:r>
              <a:rPr lang="en-us" sz="2000" cap="none">
                <a:solidFill>
                  <a:srgbClr val="FFFFFF"/>
                </a:solidFill>
              </a:rPr>
              <a:t>1</a:t>
            </a:r>
            <a:endParaRPr lang="zh-cn" sz="2000" cap="none">
              <a:solidFill>
                <a:srgbClr val="FFFFFF"/>
              </a:solidFill>
            </a:endParaRPr>
          </a:p>
        </p:txBody>
      </p:sp>
      <p:sp>
        <p:nvSpPr>
          <p:cNvPr id="6" name="MH_Entry_2"/>
          <p:cNvSpPr>
            <a:extLst>
              <a:ext uri="smNativeData">
                <pr:smNativeData xmlns:pr="smNativeData" xmlns="smNativeData" val="SMDATA_15_WQ3BaRMAAAAlAAAAZQAAAA0AAAAAAAAAAAAAAAAAAAAAAAAAAAAAAAABAAAAAAAAAAEAAABQAAAAyF7v/niv3j8AAAAAAAAAAAAAAAAAAOA/AAAAAAAA4D8AAAAAAADgPwAAAAAAAOA/AAAAAAAA4D8AAAAAAADgPwAAAAAAAOA/AAAAAAAA4D8CAAAAjAAAAAEAAAAAAAAAsrKy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rKyAP///wEAAAAAAAAAAAAAAAAAAAAAAAAAAAAAAAAAAAAAAAAAAAAAAAJ/f38AWVlZA8zMzADAwP8Af39/AAAAAAAAAAAAAAAAAAAAAAAAAAAAIQAAABgAAAAUAAAA8x4AAIkKAACgMAAAgA0AABAAAAAmAAAACAAAAP//////////"/>
              </a:ext>
            </a:extLst>
          </p:cNvSpPr>
          <p:nvPr/>
        </p:nvSpPr>
        <p:spPr>
          <a:xfrm flipH="1">
            <a:off x="5031105" y="1712595"/>
            <a:ext cx="2873375" cy="481965"/>
          </a:xfrm>
          <a:prstGeom prst="roundRect">
            <a:avLst>
              <a:gd name="adj" fmla="val 23973"/>
            </a:avLst>
          </a:prstGeom>
          <a:solidFill>
            <a:srgbClr val="B2B2B2"/>
          </a:solidFill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ctr"/>
            <a:r>
              <a:rPr lang="zh-cn" sz="2000" cap="none" spc="4">
                <a:solidFill>
                  <a:schemeClr val="bg1"/>
                </a:solidFill>
              </a:rPr>
              <a:t>产出与贡献</a:t>
            </a:r>
            <a:endParaRPr lang="en-us" sz="2000" cap="none" spc="4">
              <a:solidFill>
                <a:schemeClr val="bg1"/>
              </a:solidFill>
            </a:endParaRPr>
          </a:p>
        </p:txBody>
      </p:sp>
      <p:sp>
        <p:nvSpPr>
          <p:cNvPr id="7" name="MH_Number_2"/>
          <p:cNvSpPr>
            <a:extLst>
              <a:ext uri="smNativeData">
                <pr:smNativeData xmlns:pr="smNativeData" xmlns="smNativeData" val="SMDATA_15_WQ3BaRMAAAAlAAAACwAAAA0AAAAAAAAAAEoAAAAbAQAASgAAAAAAAAABAAAAAAAAAAEAAABQAAAAAAAAAAAA4D8AAAAAAADgPwAAAAAAAOA/AAAAAAAA4D8AAAAAAADgPwAAAAAAAOA/AAAAAAAA4D8AAAAAAADgPwAAAAAAAOA/AAAAAAAA4D8CAAAAjAAAAAEAAAAAAAAAsrKy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rKyAP///wEAAAAAAAAAAAAAAAAAAAAAAAAAAAAAAAAAAAAAAAAAAAAAAAJ/f38AWVlZA8zMzADAwP8Af39/AAAAAAAAAAAAAAAAAAAAAAAAAAAAIQAAABgAAAAUAAAArRkAAIUKAAC9HQAAoQ0AABAAAAAmAAAACAAAAP//////////"/>
              </a:ext>
            </a:extLst>
          </p:cNvSpPr>
          <p:nvPr/>
        </p:nvSpPr>
        <p:spPr>
          <a:xfrm flipH="1">
            <a:off x="4173855" y="1710055"/>
            <a:ext cx="660400" cy="505460"/>
          </a:xfrm>
          <a:custGeom>
            <a:avLst/>
            <a:gdLst/>
            <a:ahLst/>
            <a:cxnLst/>
            <a:rect l="0" t="0" r="660400" b="505460"/>
            <a:pathLst>
              <a:path w="660400" h="505460">
                <a:moveTo>
                  <a:pt x="198553" y="0"/>
                </a:moveTo>
                <a:lnTo>
                  <a:pt x="579800" y="0"/>
                </a:lnTo>
                <a:cubicBezTo>
                  <a:pt x="624314" y="0"/>
                  <a:pt x="660400" y="37718"/>
                  <a:pt x="660400" y="84245"/>
                </a:cubicBezTo>
                <a:lnTo>
                  <a:pt x="660400" y="421215"/>
                </a:lnTo>
                <a:cubicBezTo>
                  <a:pt x="660400" y="467742"/>
                  <a:pt x="624314" y="505460"/>
                  <a:pt x="579800" y="505460"/>
                </a:cubicBezTo>
                <a:lnTo>
                  <a:pt x="198553" y="505460"/>
                </a:lnTo>
                <a:cubicBezTo>
                  <a:pt x="154039" y="505460"/>
                  <a:pt x="117953" y="467742"/>
                  <a:pt x="117953" y="421215"/>
                </a:cubicBezTo>
                <a:lnTo>
                  <a:pt x="117953" y="349699"/>
                </a:lnTo>
                <a:lnTo>
                  <a:pt x="0" y="258314"/>
                </a:lnTo>
                <a:lnTo>
                  <a:pt x="117953" y="166928"/>
                </a:lnTo>
                <a:lnTo>
                  <a:pt x="117953" y="84245"/>
                </a:lnTo>
                <a:cubicBezTo>
                  <a:pt x="117953" y="37718"/>
                  <a:pt x="154039" y="0"/>
                  <a:pt x="198553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  <a:effectLst/>
        </p:spPr>
        <p:txBody>
          <a:bodyPr vert="horz" wrap="square" lIns="0" tIns="46990" rIns="179705" bIns="46990" numCol="1" spcCol="215900" anchor="ctr"/>
          <a:lstStyle/>
          <a:p>
            <a:pPr algn="ctr"/>
            <a:r>
              <a:rPr lang="en-us" sz="2000" cap="none">
                <a:solidFill>
                  <a:srgbClr val="FFFFFF"/>
                </a:solidFill>
              </a:rPr>
              <a:t>2</a:t>
            </a:r>
            <a:endParaRPr lang="zh-cn" sz="2000" cap="none">
              <a:solidFill>
                <a:srgbClr val="FFFFFF"/>
              </a:solidFill>
            </a:endParaRPr>
          </a:p>
        </p:txBody>
      </p:sp>
      <p:sp>
        <p:nvSpPr>
          <p:cNvPr id="8" name="MH_Entry_3"/>
          <p:cNvSpPr>
            <a:extLst>
              <a:ext uri="smNativeData">
                <pr:smNativeData xmlns:pr="smNativeData" xmlns="smNativeData" val="SMDATA_15_WQ3BaRMAAAAlAAAAZQAAAA0AAAAAAAAAAAAAAAAAAAAAAAAAAAAAAAABAAAAAAAAAAEAAABQAAAAyF7v/niv3j8AAAAAAAAAAAAAAAAAAOA/AAAAAAAA4D8AAAAAAADgPwAAAAAAAOA/AAAAAAAA4D8AAAAAAADgPwAAAAAAAOA/AAAAAAAA4D8CAAAAjAAAAAEAAAAAAAAAeJC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U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JCcAP///wEAAAAAAAAAAAAAAAAAAAAAAAAAAAAAAAAAAAAAAAAAAAAAAAJ/f38AWVlZA8zMzADAwP8Af39/AAAAAAAAAAAAAAAAAAAAAAAAAAAAIQAAABgAAAAUAAAA8x4AAFIPAACgMAAASRIAABAAAAAmAAAACAAAAP//////////"/>
              </a:ext>
            </a:extLst>
          </p:cNvSpPr>
          <p:nvPr/>
        </p:nvSpPr>
        <p:spPr>
          <a:xfrm flipH="1">
            <a:off x="5031105" y="2490470"/>
            <a:ext cx="2873375" cy="481965"/>
          </a:xfrm>
          <a:prstGeom prst="roundRect">
            <a:avLst>
              <a:gd name="adj" fmla="val 23973"/>
            </a:avLst>
          </a:prstGeom>
          <a:solidFill>
            <a:srgbClr val="78909C"/>
          </a:solidFill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ctr"/>
            <a:r>
              <a:rPr lang="zh-cn" sz="2000" cap="none" spc="4">
                <a:solidFill>
                  <a:schemeClr val="bg1"/>
                </a:solidFill>
              </a:rPr>
              <a:t>个人复盘</a:t>
            </a:r>
            <a:endParaRPr lang="en-us" sz="2000" cap="none" spc="4">
              <a:solidFill>
                <a:schemeClr val="bg1"/>
              </a:solidFill>
            </a:endParaRPr>
          </a:p>
        </p:txBody>
      </p:sp>
      <p:sp>
        <p:nvSpPr>
          <p:cNvPr id="9" name="MH_Number_3"/>
          <p:cNvSpPr>
            <a:extLst>
              <a:ext uri="smNativeData">
                <pr:smNativeData xmlns:pr="smNativeData" xmlns="smNativeData" val="SMDATA_15_WQ3BaRMAAAAlAAAACwAAAA0AAAAAAAAAAEoAAAAbAQAASgAAAAAAAAABAAAAAAAAAAEAAABQAAAAAAAAAAAA4D8AAAAAAADgPwAAAAAAAOA/AAAAAAAA4D8AAAAAAADgPwAAAAAAAOA/AAAAAAAA4D8AAAAAAADgPwAAAAAAAOA/AAAAAAAA4D8CAAAAjAAAAAEAAAAAAAAAeJC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JCcAP///wEAAAAAAAAAAAAAAAAAAAAAAAAAAAAAAAAAAAAAAAAAAAAAAAJ/f38AWVlZA8zMzADAwP8Af39/AAAAAAAAAAAAAAAAAAAAAAAAAAAAIQAAABgAAAAUAAAArRkAAEgPAAC9HQAAZBIAABAAAAAmAAAACAAAAP//////////"/>
              </a:ext>
            </a:extLst>
          </p:cNvSpPr>
          <p:nvPr/>
        </p:nvSpPr>
        <p:spPr>
          <a:xfrm flipH="1">
            <a:off x="4173855" y="2484120"/>
            <a:ext cx="660400" cy="505460"/>
          </a:xfrm>
          <a:custGeom>
            <a:avLst/>
            <a:gdLst/>
            <a:ahLst/>
            <a:cxnLst/>
            <a:rect l="0" t="0" r="660400" b="505460"/>
            <a:pathLst>
              <a:path w="660400" h="505460">
                <a:moveTo>
                  <a:pt x="198553" y="0"/>
                </a:moveTo>
                <a:lnTo>
                  <a:pt x="579800" y="0"/>
                </a:lnTo>
                <a:cubicBezTo>
                  <a:pt x="624314" y="0"/>
                  <a:pt x="660400" y="37718"/>
                  <a:pt x="660400" y="84245"/>
                </a:cubicBezTo>
                <a:lnTo>
                  <a:pt x="660400" y="421215"/>
                </a:lnTo>
                <a:cubicBezTo>
                  <a:pt x="660400" y="467742"/>
                  <a:pt x="624314" y="505460"/>
                  <a:pt x="579800" y="505460"/>
                </a:cubicBezTo>
                <a:lnTo>
                  <a:pt x="198553" y="505460"/>
                </a:lnTo>
                <a:cubicBezTo>
                  <a:pt x="154039" y="505460"/>
                  <a:pt x="117953" y="467742"/>
                  <a:pt x="117953" y="421215"/>
                </a:cubicBezTo>
                <a:lnTo>
                  <a:pt x="117953" y="349699"/>
                </a:lnTo>
                <a:lnTo>
                  <a:pt x="0" y="258314"/>
                </a:lnTo>
                <a:lnTo>
                  <a:pt x="117953" y="166928"/>
                </a:lnTo>
                <a:lnTo>
                  <a:pt x="117953" y="84245"/>
                </a:lnTo>
                <a:cubicBezTo>
                  <a:pt x="117953" y="37718"/>
                  <a:pt x="154039" y="0"/>
                  <a:pt x="198553" y="0"/>
                </a:cubicBezTo>
                <a:close/>
              </a:path>
            </a:pathLst>
          </a:custGeom>
          <a:solidFill>
            <a:srgbClr val="78909C"/>
          </a:solidFill>
          <a:ln>
            <a:noFill/>
          </a:ln>
          <a:effectLst/>
        </p:spPr>
        <p:txBody>
          <a:bodyPr vert="horz" wrap="square" lIns="0" tIns="46990" rIns="179705" bIns="46990" numCol="1" spcCol="215900" anchor="ctr"/>
          <a:lstStyle/>
          <a:p>
            <a:pPr algn="ctr"/>
            <a:r>
              <a:rPr lang="en-us" sz="2000" cap="none">
                <a:solidFill>
                  <a:srgbClr val="FFFFFF"/>
                </a:solidFill>
              </a:rPr>
              <a:t>3</a:t>
            </a:r>
            <a:endParaRPr lang="zh-cn" sz="2000" cap="none">
              <a:solidFill>
                <a:srgbClr val="FFFFFF"/>
              </a:solidFill>
            </a:endParaRPr>
          </a:p>
        </p:txBody>
      </p:sp>
      <p:sp>
        <p:nvSpPr>
          <p:cNvPr id="10" name="MH_Entry_4"/>
          <p:cNvSpPr>
            <a:extLst>
              <a:ext uri="smNativeData">
                <pr:smNativeData xmlns:pr="smNativeData" xmlns="smNativeData" val="SMDATA_15_WQ3BaRMAAAAlAAAAZQAAAA0AAAAAAAAAAAAAAAAAAAAAAAAAAAAAAAABAAAAAAAAAAEAAABQAAAAyF7v/niv3j8AAAAAAAAAAAAAAAAAAOA/AAAAAAAA4D8AAAAAAADgPwAAAAAAAOA/AAAAAAAA4D8AAAAAAADgPwAAAAAAAOA/AAAAAAAA4D8CAAAAjAAAAAEAAAAAAAAAAHF9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U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HF9AP///wEAAAAAAAAAAAAAAAAAAAAAAAAAAAAAAAAAAAAAAAAAAAAAAAJ/f38AWVlZA8zMzADAwP8Af39/AAAAAAAAAAAAAAAAAAAAAAAAAAAAIQAAABgAAAAUAAAAAh8AAF0YAACuMAAAVBsAABAAAAAmAAAACAAAAP//////////"/>
              </a:ext>
            </a:extLst>
          </p:cNvSpPr>
          <p:nvPr/>
        </p:nvSpPr>
        <p:spPr>
          <a:xfrm flipH="1">
            <a:off x="5040630" y="3960495"/>
            <a:ext cx="2872740" cy="481965"/>
          </a:xfrm>
          <a:prstGeom prst="roundRect">
            <a:avLst>
              <a:gd name="adj" fmla="val 23973"/>
            </a:avLst>
          </a:prstGeom>
          <a:solidFill>
            <a:srgbClr val="00717D"/>
          </a:solidFill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ctr"/>
            <a:r>
              <a:rPr lang="zh-cn" sz="2000" cap="none" spc="4">
                <a:solidFill>
                  <a:schemeClr val="bg1"/>
                </a:solidFill>
              </a:rPr>
              <a:t>发展与规划</a:t>
            </a:r>
            <a:endParaRPr lang="en-us" sz="2000" cap="none" spc="4">
              <a:solidFill>
                <a:schemeClr val="bg1"/>
              </a:solidFill>
            </a:endParaRPr>
          </a:p>
        </p:txBody>
      </p:sp>
      <p:sp>
        <p:nvSpPr>
          <p:cNvPr id="11" name="MH_Number_4"/>
          <p:cNvSpPr>
            <a:extLst>
              <a:ext uri="smNativeData">
                <pr:smNativeData xmlns:pr="smNativeData" xmlns="smNativeData" val="SMDATA_15_WQ3BaRMAAAAlAAAACwAAAA0AAAAAAAAAAEoAAAAbAQAASgAAAAAAAAABAAAAAAAAAAEAAABQAAAAAAAAAAAA4D8AAAAAAADgPwAAAAAAAOA/AAAAAAAA4D8AAAAAAADgPwAAAAAAAOA/AAAAAAAA4D8AAAAAAADgPwAAAAAAAOA/AAAAAAAA4D8CAAAAjAAAAAEAAAAAAAAAAHF9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HF9AP///wEAAAAAAAAAAAAAAAAAAAAAAAAAAAAAAAAAAAAAAAAAAAAAAAJ/f38AWVlZA8zMzADAwP8Af39/AAAAAAAAAAAAAAAAAAAAAAAAAAAAIQAAABgAAAAUAAAA3xkAAE4YAADuHQAAahsAABAAAAAmAAAACAAAAP//////////"/>
              </a:ext>
            </a:extLst>
          </p:cNvSpPr>
          <p:nvPr/>
        </p:nvSpPr>
        <p:spPr>
          <a:xfrm flipH="1">
            <a:off x="4205605" y="3950970"/>
            <a:ext cx="659765" cy="505460"/>
          </a:xfrm>
          <a:custGeom>
            <a:avLst/>
            <a:gdLst/>
            <a:ahLst/>
            <a:cxnLst/>
            <a:rect l="0" t="0" r="659765" b="505460"/>
            <a:pathLst>
              <a:path w="659765" h="505460">
                <a:moveTo>
                  <a:pt x="198362" y="0"/>
                </a:moveTo>
                <a:lnTo>
                  <a:pt x="579242" y="0"/>
                </a:lnTo>
                <a:cubicBezTo>
                  <a:pt x="623713" y="0"/>
                  <a:pt x="659765" y="37718"/>
                  <a:pt x="659765" y="84245"/>
                </a:cubicBezTo>
                <a:lnTo>
                  <a:pt x="659765" y="421215"/>
                </a:lnTo>
                <a:cubicBezTo>
                  <a:pt x="659765" y="467742"/>
                  <a:pt x="623713" y="505460"/>
                  <a:pt x="579242" y="505460"/>
                </a:cubicBezTo>
                <a:lnTo>
                  <a:pt x="198362" y="505460"/>
                </a:lnTo>
                <a:cubicBezTo>
                  <a:pt x="153891" y="505460"/>
                  <a:pt x="117840" y="467742"/>
                  <a:pt x="117840" y="421215"/>
                </a:cubicBezTo>
                <a:lnTo>
                  <a:pt x="117840" y="349699"/>
                </a:lnTo>
                <a:lnTo>
                  <a:pt x="0" y="258314"/>
                </a:lnTo>
                <a:lnTo>
                  <a:pt x="117840" y="166928"/>
                </a:lnTo>
                <a:lnTo>
                  <a:pt x="117840" y="84245"/>
                </a:lnTo>
                <a:cubicBezTo>
                  <a:pt x="117840" y="37718"/>
                  <a:pt x="153891" y="0"/>
                  <a:pt x="198362" y="0"/>
                </a:cubicBezTo>
                <a:close/>
              </a:path>
            </a:pathLst>
          </a:custGeom>
          <a:solidFill>
            <a:srgbClr val="00717D"/>
          </a:solidFill>
          <a:ln>
            <a:noFill/>
          </a:ln>
          <a:effectLst/>
        </p:spPr>
        <p:txBody>
          <a:bodyPr vert="horz" wrap="square" lIns="0" tIns="46990" rIns="179705" bIns="46990" numCol="1" spcCol="215900" anchor="ctr"/>
          <a:lstStyle/>
          <a:p>
            <a:pPr algn="ctr"/>
            <a:r>
              <a:rPr lang="en-us" sz="2000" cap="none">
                <a:solidFill>
                  <a:srgbClr val="FFFFFF"/>
                </a:solidFill>
              </a:rPr>
              <a:t>5</a:t>
            </a:r>
            <a:endParaRPr lang="zh-cn" sz="2000" cap="none">
              <a:solidFill>
                <a:srgbClr val="FFFFFF"/>
              </a:solidFill>
            </a:endParaRPr>
          </a:p>
        </p:txBody>
      </p:sp>
      <p:sp>
        <p:nvSpPr>
          <p:cNvPr id="12" name="MH_Others_1"/>
          <p:cNvSpPr>
            <a:extLst>
              <a:ext uri="smNativeData">
                <pr:smNativeData xmlns:pr="smNativeData" xmlns="smNativeData" val="SMDATA_15_WQ3BaRMAAAAlAAAAZAAAAE0AAAAAAAAAAAAAAAAAAAAAA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U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B/f38AWVlZA8zMzADAwP8Af39/AAAAAAAAAAAAAAAAAAAAAAAAAAAAIQAAABgAAAAUAAAAYAUAAOgOAABzFQAAsRIAABAgAAAmAAAACAAAAP//////////"/>
              </a:ext>
            </a:extLst>
          </p:cNvSpPr>
          <p:nvPr/>
        </p:nvSpPr>
        <p:spPr>
          <a:xfrm>
            <a:off x="873760" y="2423160"/>
            <a:ext cx="2613025" cy="615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/>
            <a:r>
              <a:rPr lang="zh-cn" sz="4000" b="1" cap="none">
                <a:solidFill>
                  <a:schemeClr val="bg1"/>
                </a:solidFill>
              </a:rPr>
              <a:t>目录</a:t>
            </a:r>
            <a:endParaRPr lang="zh-cn" sz="4000" b="1" cap="none">
              <a:solidFill>
                <a:schemeClr val="bg1"/>
              </a:solidFill>
            </a:endParaRPr>
          </a:p>
        </p:txBody>
      </p:sp>
      <p:sp>
        <p:nvSpPr>
          <p:cNvPr id="13" name="MH_Others_2"/>
          <p:cNvSpPr>
            <a:extLst>
              <a:ext uri="smNativeData">
                <pr:smNativeData xmlns:pr="smNativeData" xmlns="smNativeData" val="SMDATA_15_WQ3BaRMAAAAlAAAAZAAAAE0AAAAAAAAAAAAAAAAAAAAAA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fDYw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B/f38AWVlZA8zMzADAwP8Af39/AAAAAAAAAAAAAAAAAAAAAAAAAAAAIQAAABgAAAAUAAAAJQYAABcTAAAQFAAA/BQAABAgAAAmAAAACAAAAP//////////"/>
              </a:ext>
            </a:extLst>
          </p:cNvSpPr>
          <p:nvPr/>
        </p:nvSpPr>
        <p:spPr>
          <a:xfrm>
            <a:off x="998855" y="3103245"/>
            <a:ext cx="2262505" cy="307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/>
            <a:r>
              <a:rPr lang="en-us" sz="2000" cap="none">
                <a:solidFill>
                  <a:schemeClr val="bg1"/>
                </a:solidFill>
              </a:rPr>
              <a:t>CONTENTS</a:t>
            </a:r>
            <a:endParaRPr lang="zh-cn" sz="2000" cap="none">
              <a:solidFill>
                <a:schemeClr val="bg1"/>
              </a:solidFill>
            </a:endParaRPr>
          </a:p>
        </p:txBody>
      </p:sp>
      <p:sp>
        <p:nvSpPr>
          <p:cNvPr id="14" name="MH_Number_3"/>
          <p:cNvSpPr>
            <a:extLst>
              <a:ext uri="smNativeData">
                <pr:smNativeData xmlns:pr="smNativeData" xmlns="smNativeData" val="SMDATA_15_WQ3BaRMAAAAlAAAACwAAAA0AAAAAAAAAAEoAAAAbAQAASgAAAAAAAAABAAAAAAAAAAEAAABQAAAAAAAAAAAA4D8AAAAAAADgPwAAAAAAAOA/AAAAAAAA4D8AAAAAAADgPwAAAAAAAOA/AAAAAAAA4D8AAAAAAADgPwAAAAAAAOA/AAAAAAAA4D8CAAAAjAAAAAEAAAAAAAAAeJC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JCcAP///wEAAAAAAAAAAAAAAAAAAAAAAAAAAAAAAAAAAAAAAAAAAAAAAAJ/f38AWVlZA8zMzADAwP8Af39/AAAAAAAAAAAAAAAAAAAAAAAAAAAAIQAAABgAAAAUAAAA4hkAALUTAADxHQAA0RYAABAAAAAmAAAACAAAAP//////////"/>
              </a:ext>
            </a:extLst>
          </p:cNvSpPr>
          <p:nvPr/>
        </p:nvSpPr>
        <p:spPr>
          <a:xfrm flipH="1">
            <a:off x="4207510" y="3203575"/>
            <a:ext cx="659765" cy="505460"/>
          </a:xfrm>
          <a:custGeom>
            <a:avLst/>
            <a:gdLst/>
            <a:ahLst/>
            <a:cxnLst/>
            <a:rect l="0" t="0" r="659765" b="505460"/>
            <a:pathLst>
              <a:path w="659765" h="505460">
                <a:moveTo>
                  <a:pt x="198362" y="0"/>
                </a:moveTo>
                <a:lnTo>
                  <a:pt x="579242" y="0"/>
                </a:lnTo>
                <a:cubicBezTo>
                  <a:pt x="623713" y="0"/>
                  <a:pt x="659765" y="37718"/>
                  <a:pt x="659765" y="84245"/>
                </a:cubicBezTo>
                <a:lnTo>
                  <a:pt x="659765" y="421215"/>
                </a:lnTo>
                <a:cubicBezTo>
                  <a:pt x="659765" y="467742"/>
                  <a:pt x="623713" y="505460"/>
                  <a:pt x="579242" y="505460"/>
                </a:cubicBezTo>
                <a:lnTo>
                  <a:pt x="198362" y="505460"/>
                </a:lnTo>
                <a:cubicBezTo>
                  <a:pt x="153891" y="505460"/>
                  <a:pt x="117840" y="467742"/>
                  <a:pt x="117840" y="421215"/>
                </a:cubicBezTo>
                <a:lnTo>
                  <a:pt x="117840" y="349699"/>
                </a:lnTo>
                <a:lnTo>
                  <a:pt x="0" y="258314"/>
                </a:lnTo>
                <a:lnTo>
                  <a:pt x="117840" y="166928"/>
                </a:lnTo>
                <a:lnTo>
                  <a:pt x="117840" y="84245"/>
                </a:lnTo>
                <a:cubicBezTo>
                  <a:pt x="117840" y="37718"/>
                  <a:pt x="153891" y="0"/>
                  <a:pt x="198362" y="0"/>
                </a:cubicBezTo>
                <a:close/>
              </a:path>
            </a:pathLst>
          </a:custGeom>
          <a:solidFill>
            <a:srgbClr val="78909C"/>
          </a:solidFill>
          <a:ln>
            <a:noFill/>
          </a:ln>
          <a:effectLst/>
        </p:spPr>
        <p:txBody>
          <a:bodyPr vert="horz" wrap="square" lIns="0" tIns="46990" rIns="179705" bIns="46990" numCol="1" spcCol="215900" anchor="ctr"/>
          <a:lstStyle/>
          <a:p>
            <a:pPr algn="ctr"/>
            <a:r>
              <a:rPr lang="en-us" sz="2000" cap="none">
                <a:solidFill>
                  <a:srgbClr val="FFFFFF"/>
                </a:solidFill>
              </a:rPr>
              <a:t>4</a:t>
            </a:r>
            <a:endParaRPr lang="zh-cn" sz="2000" cap="none">
              <a:solidFill>
                <a:srgbClr val="FFFFFF"/>
              </a:solidFill>
            </a:endParaRPr>
          </a:p>
        </p:txBody>
      </p:sp>
      <p:sp>
        <p:nvSpPr>
          <p:cNvPr id="15" name="MH_Entry_3"/>
          <p:cNvSpPr>
            <a:extLst>
              <a:ext uri="smNativeData">
                <pr:smNativeData xmlns:pr="smNativeData" xmlns="smNativeData" val="SMDATA_15_WQ3BaRMAAAAlAAAAZQAAAA0AAAAAAAAAAAAAAAAAAAAAAAAAAAAAAAABAAAAAAAAAAEAAABQAAAAyF7v/niv3j8AAAAAAAAAAAAAAAAAAOA/AAAAAAAA4D8AAAAAAADgPwAAAAAAAOA/AAAAAAAA4D8AAAAAAADgPwAAAAAAAOA/AAAAAAAA4D8CAAAAjAAAAAEAAAAAAAAAeJC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JCcAP///wEAAAAAAAAAAAAAAAAAAAAAAAAAAAAAAAAAAAAAAAAAAAAAAAJ/f38AWVlZA8zMzADAwP8Af39/AAAAAAAAAAAAAAAAAAAAAAAAAAAAIQAAABgAAAAUAAAACx8AAL8TAAC4MAAAtRYAABAAAAAmAAAACAAAAP//////////"/>
              </a:ext>
            </a:extLst>
          </p:cNvSpPr>
          <p:nvPr/>
        </p:nvSpPr>
        <p:spPr>
          <a:xfrm flipH="1">
            <a:off x="5046345" y="3209925"/>
            <a:ext cx="2873375" cy="481330"/>
          </a:xfrm>
          <a:prstGeom prst="roundRect">
            <a:avLst>
              <a:gd name="adj" fmla="val 23973"/>
            </a:avLst>
          </a:prstGeom>
          <a:solidFill>
            <a:srgbClr val="78909C"/>
          </a:solidFill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algn="ctr"/>
            <a:r>
              <a:rPr lang="zh-cn" sz="2000" cap="none" spc="4">
                <a:solidFill>
                  <a:schemeClr val="bg1"/>
                </a:solidFill>
              </a:rPr>
              <a:t>价值观理解</a:t>
            </a:r>
            <a:endParaRPr lang="en-us" sz="2000" cap="none" spc="4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g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 cap="none">
                <a:solidFill>
                  <a:srgbClr val="2DD29B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rPr>
              <a:t>个人介绍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LIY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+wIAAHEHAADtGwAACxAAAAAAAAAmAAAACAAAAP//////////"/>
              </a:ext>
            </a:extLst>
          </p:cNvSpPr>
          <p:nvPr/>
        </p:nvSpPr>
        <p:spPr>
          <a:xfrm>
            <a:off x="484505" y="1209675"/>
            <a:ext cx="4055110" cy="13982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丁锐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基本信息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年龄：26岁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籍贯：陕西省西安市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学历：陕西理工大学 本科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专业：计算机科学与技术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TQMAAHsSAAAdHAAA8xoAAAAAAAAmAAAACAAAAP//////////"/>
              </a:ext>
            </a:extLst>
          </p:cNvSpPr>
          <p:nvPr/>
        </p:nvSpPr>
        <p:spPr>
          <a:xfrm>
            <a:off x="536575" y="3004185"/>
            <a:ext cx="4033520" cy="1376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工作经历：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2022.07 - 2025.09 OKX-后端开发工程师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2025-10 - 至今 Kucoin-后端开发工程师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</p:txBody>
      </p:sp>
      <p:pic>
        <p:nvPicPr>
          <p:cNvPr id="5" name="图片1"/>
          <p:cNvPicPr>
            <a:picLocks noChangeAspect="1"/>
            <a:extLst>
              <a:ext uri="smNativeData">
                <pr:smNativeData xmlns:pr="smNativeData" xmlns="smNativeData" val="SMDATA_17_WQ3BaRMAAAAlAAAAEQAAAC8BAAAAkAAAAEgAAACQAAAAS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ByZWUy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+rQAX///8BAAAAAAAAAAAAAAAAAAAAAAAAAAAAAAAAAAAAAAAAAAAAAAACf39/AFlZWQPMzMwAwMD/AH9/fwAAAAAAAAAAAAAAAAD///8AAAAAACEAAAAYAAAAFAAAAKIfAACABAAA/DIAABUc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142230" y="731520"/>
            <a:ext cx="3145790" cy="38334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/>
          <p:cNvPicPr>
            <a:picLocks noChangeAspect="1"/>
            <a:extLst>
              <a:ext uri="smNativeData">
                <pr:smNativeData xmlns:pr="smNativeData" xmlns="smNativeData" val="SMDATA_17_WQ3BaRMAAAAlAAAAEQAAAC8BAAAAkAAAAEgAAACQAAAAS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+rQAX///8BAAAAAAAAAAAAAAAAAAAAAAAAAAAAAAAAAAAAAAAAAAAAAAACf39/AFlZWQPMzMwAwMD/AH9/fwAAAAAAAAAAAAAAAAD///8AAAAAACEAAAAYAAAAFAAAAAAAAACEDAAAQ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4540"/>
            <a:ext cx="9144000" cy="31089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cap="none">
                <a:solidFill>
                  <a:srgbClr val="2DD29B"/>
                </a:solidFill>
                <a:latin typeface="思源黑体 CN Bold" pitchFamily="0" charset="0"/>
                <a:ea typeface="Arial" pitchFamily="1" charset="0"/>
                <a:cs typeface="Arial" pitchFamily="1" charset="0"/>
              </a:rPr>
              <a:t>产出与贡献  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4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8gIAAFIJAACSNwAApg4AABAAAAAmAAAACAAAAP//////////"/>
              </a:ext>
            </a:extLst>
          </p:cNvSpPr>
          <p:nvPr/>
        </p:nvSpPr>
        <p:spPr>
          <a:xfrm>
            <a:off x="478790" y="1515110"/>
            <a:ext cx="8554720" cy="8661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需求背景：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本需求以使用统一账户且对场外借贷有需求的用户为目标，为了提升统一账户的竞争力。同时，场外借贷的用户为 Kucoin 提供了很大的交易量。强平链路可以让大用户在风险率达到强平风险线的时候，通过一系列的操作（子账户划转、撤单、减仓）等操作，来保全其用户资产。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</p:txBody>
      </p:sp>
      <p:sp>
        <p:nvSpPr>
          <p:cNvPr id="5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c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+wIAAJgGAAAZDgAAtAgAABAAAAAmAAAACAAAAP//////////"/>
              </a:ext>
            </a:extLst>
          </p:cNvSpPr>
          <p:nvPr/>
        </p:nvSpPr>
        <p:spPr>
          <a:xfrm>
            <a:off x="484505" y="1071880"/>
            <a:ext cx="180721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200" cap="none">
                <a:solidFill>
                  <a:srgbClr val="595959"/>
                </a:solidFill>
                <a:latin typeface="思源黑体 CN Bold" pitchFamily="0" charset="0"/>
                <a:ea typeface="Arial" pitchFamily="1" charset="0"/>
                <a:cs typeface="Arial" pitchFamily="1" charset="0"/>
              </a:defRPr>
            </a:pPr>
            <a:r>
              <a:t>场外借贷-强平链路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 cap="none">
                <a:solidFill>
                  <a:srgbClr val="2DD29B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rPr>
              <a:t>产出与贡献  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8gIAAFIJAABMHAAA9hwAABAAAAAmAAAACAAAAP//////////"/>
              </a:ext>
            </a:extLst>
          </p:cNvSpPr>
          <p:nvPr/>
        </p:nvSpPr>
        <p:spPr>
          <a:xfrm>
            <a:off x="478790" y="1515110"/>
            <a:ext cx="4121150" cy="31927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技术难点：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1.上游 Kafka 每时每刻都在推送风险率消息，如何幂等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2.强平链路中，从第一步到第六步，既有同步调用也有异步调用，要怎么解决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3.公式计算产生的碎渣资产，可能会导致无限死循环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c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+wIAAJgGAAAZDgAAtAgAABAAAAAmAAAACAAAAP//////////"/>
              </a:ext>
            </a:extLst>
          </p:cNvSpPr>
          <p:nvPr/>
        </p:nvSpPr>
        <p:spPr>
          <a:xfrm>
            <a:off x="484505" y="1071880"/>
            <a:ext cx="180721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200" cap="none">
                <a:solidFill>
                  <a:srgbClr val="595959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defRPr>
            </a:pPr>
            <a:r>
              <a:t>场外借贷-强平链路</a:t>
            </a:r>
          </a:p>
        </p:txBody>
      </p:sp>
      <p:sp>
        <p:nvSpPr>
          <p:cNvPr id="5" name="矩形3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kx0AAEUJAADtNgAA6RwAABAAAAAmAAAACAAAAP//////////"/>
              </a:ext>
            </a:extLst>
          </p:cNvSpPr>
          <p:nvPr/>
        </p:nvSpPr>
        <p:spPr>
          <a:xfrm>
            <a:off x="4807585" y="1506855"/>
            <a:ext cx="4121150" cy="31927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解决方案：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1.在框架层面，定义业务独有的 liquidVersion 和 liquidStatus，规定上游业务的消息中必须携带此消息。在主流程中，每推进一步，更新 liquidStatus。所有强平 Step 结束，更新 liquidVersion。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.同步任务在主流程中直接处理，等待响应。同步任务基本属于上下分，转账这种操作，处理速度快，可以阻塞等待。对于异步任务，发送请求后继续处理，响应由异步定时任务处理，不阻塞主流程。主要通过上下游的 Kafka 实现。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3.在公式中尽量做准确的精度处理，例如币种使用 currency 服务查询出的精度，币对使用 kumex-contract 的结果。另外，有定时任务来动态计算碎渣资产在用户总资产的占比，对于小于0.1%的剩余忽略不计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cap="none">
                <a:solidFill>
                  <a:srgbClr val="2DD29B"/>
                </a:solidFill>
                <a:latin typeface="思源黑体 CN Bold" pitchFamily="0" charset="0"/>
                <a:ea typeface="Arial" pitchFamily="1" charset="0"/>
                <a:cs typeface="Arial" pitchFamily="1" charset="0"/>
              </a:rPr>
              <a:t>产出与贡献  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8gIAAFIJAAAlHQAA8R0AABAAAAAmAAAACAAAAP//////////"/>
              </a:ext>
            </a:extLst>
          </p:cNvSpPr>
          <p:nvPr/>
        </p:nvSpPr>
        <p:spPr>
          <a:xfrm>
            <a:off x="478790" y="1515110"/>
            <a:ext cx="4258945" cy="33521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需求背景：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统一账户V1.0暂时只有全仓，并且由于统一账户的跨币种保证金机制，会导致一爆仓就整个账户所有保证金都被爆了，所以无法支撑用户做一些合约的高杠杆高风险的投机交易。这个时候我们就需要让统一账户支持“逐仓合约交易”，逐仓的风险隔离，独立强平的逻辑。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c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+wIAAKYGAABTEwAAtAgAABAAAAAmAAAACAAAAP//////////"/>
              </a:ext>
            </a:extLst>
          </p:cNvSpPr>
          <p:nvPr/>
        </p:nvSpPr>
        <p:spPr>
          <a:xfrm>
            <a:off x="484505" y="1080770"/>
            <a:ext cx="2656840" cy="3340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200" cap="none">
                <a:solidFill>
                  <a:srgbClr val="595959"/>
                </a:solidFill>
                <a:latin typeface="思源黑体 CN Bold" pitchFamily="0" charset="0"/>
                <a:ea typeface="Arial" pitchFamily="1" charset="0"/>
                <a:cs typeface="Arial" pitchFamily="1" charset="0"/>
              </a:defRPr>
            </a:pPr>
            <a:r>
              <a:t>逐仓合约-逐仓强平及ADL</a:t>
            </a:r>
          </a:p>
        </p:txBody>
      </p:sp>
      <p:pic>
        <p:nvPicPr>
          <p:cNvPr id="5" name="图片1"/>
          <p:cNvPicPr>
            <a:picLocks noChangeAspect="1"/>
            <a:extLst>
              <a:ext uri="smNativeData">
                <pr:smNativeData xmlns:pr="smNativeData" xmlns="smNativeData" val="SMDATA_17_WQ3BaRMAAAAlAAAAEQAAAC8BAAAAkAAAAEgAAACQAAAASAAAAAAAAAAA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0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+rQAX///8BAAAAAAAAAAAAAAAAAAAAAAAAAAAAAAAAAAAAAAAAAAAAAAACf39/AFlZWQPMzMwAwMD/AH9/fwAAAAAAAAAAAAAAAAD///8AAAAAACEAAAAYAAAAFAAAALAfAADLAQAABDQAAF8e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0" y="291465"/>
            <a:ext cx="3304540" cy="46456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cap="none">
                <a:solidFill>
                  <a:srgbClr val="2DD29B"/>
                </a:solidFill>
                <a:latin typeface="思源黑体 CN Bold" pitchFamily="0" charset="0"/>
                <a:ea typeface="Arial" pitchFamily="1" charset="0"/>
                <a:cs typeface="Arial" pitchFamily="1" charset="0"/>
              </a:rPr>
              <a:t>产出与贡献  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LgIAAFIJAABhHAAA8R0AABAAAAAmAAAACAAAAP//////////"/>
              </a:ext>
            </a:extLst>
          </p:cNvSpPr>
          <p:nvPr/>
        </p:nvSpPr>
        <p:spPr>
          <a:xfrm>
            <a:off x="354330" y="1515110"/>
            <a:ext cx="4258945" cy="33521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技术难点：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1.IOC减仓的时候，因为阶梯减仓的缘故，每次都需要大量的预估强平价计算，对于整个系统来说是一个很大的压力，怎么实现？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2.rust 服务是纯内存服务，没办法 Debug，在自测联调的过程中，造一个强平的 Case 又很困难，怎么提高效率？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c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+wIAAKYGAABTEwAAtAgAABAAAAAmAAAACAAAAP//////////"/>
              </a:ext>
            </a:extLst>
          </p:cNvSpPr>
          <p:nvPr/>
        </p:nvSpPr>
        <p:spPr>
          <a:xfrm>
            <a:off x="484505" y="1080770"/>
            <a:ext cx="2656840" cy="3340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200" cap="none">
                <a:solidFill>
                  <a:srgbClr val="595959"/>
                </a:solidFill>
                <a:latin typeface="思源黑体 CN Bold" pitchFamily="0" charset="0"/>
                <a:ea typeface="Arial" pitchFamily="1" charset="0"/>
                <a:cs typeface="Arial" pitchFamily="1" charset="0"/>
              </a:defRPr>
            </a:pPr>
            <a:r>
              <a:t>逐仓合约-逐仓强平及ADL</a:t>
            </a:r>
          </a:p>
        </p:txBody>
      </p:sp>
      <p:sp>
        <p:nvSpPr>
          <p:cNvPr id="5" name="矩形2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Bl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Hx0AAFkJAABSNwAA+B0AABAAAAAmAAAACAAAAP//////////"/>
              </a:ext>
            </a:extLst>
          </p:cNvSpPr>
          <p:nvPr/>
        </p:nvSpPr>
        <p:spPr>
          <a:xfrm>
            <a:off x="4733925" y="1519555"/>
            <a:ext cx="4258945" cy="33521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解决方案：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1.在进行 IOC 减仓的时候，通过类似税收的方式，以阶梯来计算用户减仓的档位。在极端行情下，大多数的仓位都是按照最低档（最激进的减仓档位）来接管的。即便是在正常行情下，大部分爆仓的仓位也都是小仓位，按照最低档来接管即可，不需要阶梯价降价，这样90%以上的情况只需要计算一次即可。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  <a:r>
              <a:t>2.在开发的时候考虑到这一点，开发了专门用于逐仓测试的工具，能够灵活的调整用户仓位的维持保证金，另外，对于用户的逐仓仓位状态，也同样有工具能够监控，并且复用了统一账户架构下成熟的实现模式，没有对系统做较大的改动。</a:t>
            </a: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  <a:p>
            <a:pPr>
              <a:defRPr sz="1100" cap="none">
                <a:solidFill>
                  <a:srgbClr val="595959"/>
                </a:solidFill>
                <a:latin typeface="思源黑体 CN Light" pitchFamily="0" charset="0"/>
                <a:ea typeface="Arial" pitchFamily="1" charset="0"/>
                <a:cs typeface="Arial" pitchFamily="1" charset="0"/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sz="1800" b="1" cap="none">
                <a:solidFill>
                  <a:srgbClr val="2DD29B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defRPr>
            </a:pPr>
            <a:r>
              <a:t>个人复盘</a:t>
            </a: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+wIAAGoHAADYGgAAJR0AABAAAAAmAAAACAAAAP//////////"/>
              </a:ext>
            </a:extLst>
          </p:cNvSpPr>
          <p:nvPr/>
        </p:nvSpPr>
        <p:spPr>
          <a:xfrm>
            <a:off x="484505" y="1205230"/>
            <a:ext cx="3879215" cy="3532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成长与提升：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1.作为后端开发，在刚进公司之后便参与了统一账户的开发工作，对于自己没有接触过的 Rust，在工作之余能够通过官方及社区文档，学习掌握并用于需求开发。对新的高可用架构及其所使用的语言有了充分的掌握。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2.在当前 AI 浪潮的背景下，能够将 AI 编程融入日常的工作习惯中，无论是对于新项目的学习掌握，还是对于新需求的梳理及开发工作，都极大的提升了效率，相比于之前，自己的产出及人效比有了很高的提升。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3.进入公司参与的项目很多都是跨部门协作的大项目，无论是在场外借贷还是逐仓合约，面对问题能够高效的沟通，无法处理的问题能够及时的上升和汇报，并在后续总结复盘，形成一套自己的方法论，使自己跨部门协作的能力得到了锻炼，并积累了宝贵的经验。</a:t>
            </a: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AB0AAEIHAADdNAAA/RwAABAAAAAmAAAACAAAAP//////////"/>
              </a:ext>
            </a:extLst>
          </p:cNvSpPr>
          <p:nvPr/>
        </p:nvSpPr>
        <p:spPr>
          <a:xfrm>
            <a:off x="4714240" y="1179830"/>
            <a:ext cx="3879215" cy="3532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不足与改进：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问题：在时间管理上有时会出现优先级不清晰的情况，面对并行的需求尽管后续能够按时交付，但在过程中，工作的效率会因为优先级不清晰的问题而降低。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改进措施：后续会积极的时候 Lark 的日程工具来管理自己的 待办列表，能够明确每个需求的中心与排期，自己的工作内容按照给出的列表来有条不紊的进行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o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 cap="none">
                <a:solidFill>
                  <a:srgbClr val="2DD29B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rPr>
              <a:t>价值观理解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s1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8gIAAP8GAADeEQAAmh0AABAAAAAmAAAACAAAAP//////////"/>
              </a:ext>
            </a:extLst>
          </p:cNvSpPr>
          <p:nvPr/>
        </p:nvSpPr>
        <p:spPr>
          <a:xfrm>
            <a:off x="478790" y="1137285"/>
            <a:ext cx="2425700" cy="36747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保持敬畏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敬畏，是我们认知世界的基本姿态，无论是为人处世，还是工作之中，都需要保持敬畏。作为开发人员，首先是对于代码敬畏，无论多么简单的需求，都要经过仔细地思考与设计，降低出问题的概率，并且按照公司的流程，进行评审与代码CR，在代码中对于修改的功能要做开关并确保能够一键切换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其次是对于线上的敬畏，作为交易开发，我们的目标就是保证用户24小时的交易顺利，对于代码的改动与上线，要经过详细的自测与验证，不能有任何的轻视之意，这种风险意识，我认为应该深深的扎根在每个开发成员的心里。</a:t>
            </a: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thQAAN0GAACiIwAAeB0AABAAAAAmAAAACAAAAP//////////"/>
              </a:ext>
            </a:extLst>
          </p:cNvSpPr>
          <p:nvPr/>
        </p:nvSpPr>
        <p:spPr>
          <a:xfrm>
            <a:off x="3366770" y="1115695"/>
            <a:ext cx="2425700" cy="36747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当责专业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我们追求结果导向，愿意为了自己做过的每个需求承担责任。有这样的意识，能够让自己在做事的时候，仔细思考，举一反三，努力确保事情执行的成功达成。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整个交易系统就像一个精密的机器，所有自己 Owner 的模块，对其熟悉程度都必须能够达到专家的级别，这样在接到新的需求的时候，才能够做出准确的风险评估，性能与业务兼顾的技术方案。并且在问题排查的时候，能够高效的定位问题，快速止血。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</p:txBody>
      </p:sp>
      <p:sp>
        <p:nvSpPr>
          <p:cNvPr id="5" name="矩形2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/SUAAOoGAADpNAAAhR0AABAAAAAmAAAACAAAAP//////////"/>
              </a:ext>
            </a:extLst>
          </p:cNvSpPr>
          <p:nvPr/>
        </p:nvSpPr>
        <p:spPr>
          <a:xfrm>
            <a:off x="6175375" y="1123950"/>
            <a:ext cx="2425700" cy="36747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自驱共赢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作为交易开发，需要一直保持自我学习的上进心，技术的发展日新月异，只有能够及时掌握的人才能把握住机会。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在工作的过程中，要时刻保持目标感，不短的自我完善和自我激励，主动热情的投入工作。对于每个需求都要思考再三，看看有没有更合适的方案，排查有没有什么明显的性能瓶颈。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只有这样在给公司不断创造价值的同时，实现个人的成长与发展。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p15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BY+j+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9AIAAC0EAAApEwAAQwYAABAAAAAmAAAACAAAAP//////////"/>
              </a:ext>
            </a:extLst>
          </p:cNvSpPr>
          <p:nvPr/>
        </p:nvSpPr>
        <p:spPr>
          <a:xfrm>
            <a:off x="480060" y="678815"/>
            <a:ext cx="2634615" cy="3390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 cap="none">
                <a:solidFill>
                  <a:srgbClr val="2DD29B"/>
                </a:solidFill>
                <a:latin typeface="思源黑体 CN Bold" pitchFamily="0" charset="0"/>
                <a:ea typeface="思源黑体 CN Bold" pitchFamily="0" charset="0"/>
                <a:cs typeface="Microsoft Yahei" pitchFamily="0" charset="0"/>
              </a:rPr>
              <a:t>规划与发展</a:t>
            </a:r>
            <a:endParaRPr sz="1800" cap="none">
              <a:solidFill>
                <a:srgbClr val="2DD29B"/>
              </a:solidFill>
              <a:latin typeface="思源黑体 CN Bold" pitchFamily="0" charset="0"/>
              <a:ea typeface="思源黑体 CN Bold" pitchFamily="0" charset="0"/>
              <a:cs typeface="Microsoft Yahei" pitchFamily="0" charset="0"/>
            </a:endParaRPr>
          </a:p>
        </p:txBody>
      </p:sp>
      <p:sp>
        <p:nvSpPr>
          <p:cNvPr id="3" name="Google Shape;63;p14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AQMAAFcHAAAcGwAAmh0AABAAAAAmAAAACAAAAP//////////"/>
              </a:ext>
            </a:extLst>
          </p:cNvSpPr>
          <p:nvPr/>
        </p:nvSpPr>
        <p:spPr>
          <a:xfrm>
            <a:off x="488315" y="1193165"/>
            <a:ext cx="3918585" cy="36188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职业目标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1.能够对高可用的系统作为完全的掌握，在熟悉架构的同时，对业务的也有十足的自我见解，并且能够根据自己的经验，提出对整个系统有益的优化方案，成为一个真正的交易专家。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2.能够有丰富的经验来制定详细的实施计划与时间表，熟练的平衡每个需求之间的侧重点，确保每个目标都有明确的行动步骤和完成期限。同时加强上级与同事的沟通协作，确保自己的工作目标能够顺利达成</a:t>
            </a:r>
          </a:p>
        </p:txBody>
      </p:sp>
      <p:sp>
        <p:nvSpPr>
          <p:cNvPr id="4" name="矩形1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vR0AADwHAADYNQAAfx0AABAAAAAmAAAACAAAAP//////////"/>
              </a:ext>
            </a:extLst>
          </p:cNvSpPr>
          <p:nvPr/>
        </p:nvSpPr>
        <p:spPr>
          <a:xfrm>
            <a:off x="4834255" y="1176020"/>
            <a:ext cx="3918585" cy="36188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个人规划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半年内短期目标：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1.快速掌握系统架构，快速熟悉业务场景，快速提升自己的能力，能够在诸多的需求之中，提出可行的方案。每个月产出四篇对于业务梳理文档，结合自己的思考在组内分享。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2.对于自己负责的模块，例如合约主链路，梳理并制定指定合理的目标与计划，并定期与 Leader One One 对齐，确保方向不跑偏。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三年内长期目标：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1.对于所有的交易链路完全掌握，在日常能够通过各种工具来排查瓶颈，能够对系统的优化提出独到的见解；面对需求能够快速准确的提出方案，并高效率的推进上线。</a:t>
            </a: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</a:p>
          <a:p>
            <a:pPr>
              <a:defRPr lang="zh-cn" sz="1100" cap="none">
                <a:solidFill>
                  <a:srgbClr val="595959"/>
                </a:solidFill>
                <a:latin typeface="思源黑体 CN Light" pitchFamily="0" charset="0"/>
                <a:ea typeface="思源黑体 CN Light" pitchFamily="0" charset="0"/>
                <a:cs typeface="Microsoft Yahei" pitchFamily="0" charset="0"/>
              </a:defRPr>
            </a:pPr>
            <a:r>
              <a:t>2.在做好本职工作的基础上，争取承接更多大型的醒目，能够通过自己的努力达成目标，在取得好的成果之余，也能够完成自己对于职业发展的期望，获得与之匹配的激励与回报。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blipFill>
          <a:blip r:embed="rId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/>
          <p:cNvSpPr>
            <a:extLst>
              <a:ext uri="smNativeData">
                <pr:smNativeData xmlns:pr="smNativeData" xmlns="smNativeData" val="SMDATA_15_WQ3BaRMAAAAlAAAAZAAAAA0AAAAAkAAAAJAAAACQAAAAkAAAAAAAAAABAAAAAAAAAAEAAABQAAAAAAAAAAAA4D8AAAAAAADgPwAAAAAAAOA/AAAAAAAA4D8AAAAAAADgPwAAAAAAAOA/AAAAAAAA4D8AAAAAAADgPwAAAAAAAOA/AAAAAAAA4D8CAAAAjAAAAAAAAAAAAAAA/6tA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QEB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6tABf///wEAAAAAAAAAAAAAAAAAAAAAAAAAAAAAAAAAAAAAAAAAAAAAAAJ/f38AWVlZA8zMzADAwP8Af39/AAAAAAAAAAAAAAAAAAAAAAAAAAAAIQAAABgAAAAUAAAA1xwAAKQFAACMMAAA6hEAABAAAAAmAAAACAAAAP//////////"/>
              </a:ext>
            </a:extLst>
          </p:cNvSpPr>
          <p:nvPr/>
        </p:nvSpPr>
        <p:spPr>
          <a:xfrm>
            <a:off x="4688205" y="916940"/>
            <a:ext cx="3203575" cy="19951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cap="none" spc="5">
                <a:solidFill>
                  <a:srgbClr val="28CD96"/>
                </a:solidFill>
                <a:latin typeface="DINPro-Bold" pitchFamily="0" charset="0"/>
                <a:ea typeface="微软雅黑" pitchFamily="0" charset="0"/>
                <a:cs typeface="Microsoft Yahei" pitchFamily="0" charset="0"/>
              </a:rPr>
              <a:t>THANK </a:t>
            </a:r>
            <a:endParaRPr lang="en-us" sz="5600" cap="none" spc="5">
              <a:solidFill>
                <a:srgbClr val="28CD96"/>
              </a:solidFill>
              <a:latin typeface="DINPro-Bold" pitchFamily="0" charset="0"/>
              <a:ea typeface="微软雅黑" pitchFamily="0" charset="0"/>
              <a:cs typeface="Microsoft Yahei" pitchFamily="0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cap="none" spc="5">
                <a:solidFill>
                  <a:srgbClr val="28CD96"/>
                </a:solidFill>
                <a:latin typeface="DINPro-Bold" pitchFamily="0" charset="0"/>
                <a:ea typeface="微软雅黑" pitchFamily="0" charset="0"/>
                <a:cs typeface="Microsoft Yahei" pitchFamily="0" charset="0"/>
              </a:rPr>
              <a:t>YOU</a:t>
            </a:r>
            <a:endParaRPr lang="en-us" sz="5600" cap="none" spc="5">
              <a:solidFill>
                <a:srgbClr val="28CD96"/>
              </a:solidFill>
              <a:latin typeface="DINPro-Bold" pitchFamily="0" charset="0"/>
              <a:ea typeface="微软雅黑" pitchFamily="0" charset="0"/>
              <a:cs typeface="Microsoft Yahei" pitchFamily="0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5600" cap="none" spc="5">
                <a:solidFill>
                  <a:srgbClr val="28CD96"/>
                </a:solidFill>
                <a:latin typeface="DINPro-Regular" pitchFamily="0" charset="0"/>
                <a:ea typeface="微软雅黑" pitchFamily="0" charset="0"/>
                <a:cs typeface="Microsoft Yahei" pitchFamily="0" charset="0"/>
              </a:defRPr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EEE"/>
      </a:dk2>
      <a:lt2>
        <a:srgbClr val="595959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FFAB40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FFAB40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FFAB40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May Cui</dc:creator>
  <cp:keywords/>
  <dc:description/>
  <cp:lastModifiedBy>kc</cp:lastModifiedBy>
  <cp:revision>0</cp:revision>
  <dcterms:created xsi:type="dcterms:W3CDTF">2026-03-23T02:40:54Z</dcterms:created>
  <dcterms:modified xsi:type="dcterms:W3CDTF">2026-03-23T09:52:25Z</dcterms:modified>
</cp:coreProperties>
</file>